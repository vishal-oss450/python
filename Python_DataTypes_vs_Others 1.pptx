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2" r:id="rId3"/>
    <p:sldId id="263" r:id="rId4"/>
    <p:sldId id="257" r:id="rId5"/>
    <p:sldId id="258" r:id="rId6"/>
    <p:sldId id="259" r:id="rId7"/>
    <p:sldId id="260" r:id="rId8"/>
    <p:sldId id="261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752BC9-22D1-4601-A5AC-C247C00527DA}" v="4" dt="2025-11-20T15:50:30.679"/>
    <p1510:client id="{6152A9AC-DE1A-48A7-9FA8-2E708B1D4780}" v="3" dt="2025-11-20T15:11:17.463"/>
    <p1510:client id="{7E641C7D-B064-4C0E-8196-DBED0FA13C06}" v="126" dt="2025-11-20T15:10:29.0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it Sharma" userId="13ae87145df29246" providerId="Windows Live" clId="Web-{6152A9AC-DE1A-48A7-9FA8-2E708B1D4780}"/>
    <pc:docChg chg="modSld">
      <pc:chgData name="Mohit Sharma" userId="13ae87145df29246" providerId="Windows Live" clId="Web-{6152A9AC-DE1A-48A7-9FA8-2E708B1D4780}" dt="2025-11-20T15:11:35.448" v="3"/>
      <pc:docMkLst>
        <pc:docMk/>
      </pc:docMkLst>
      <pc:sldChg chg="addSp delSp modSp mod setBg">
        <pc:chgData name="Mohit Sharma" userId="13ae87145df29246" providerId="Windows Live" clId="Web-{6152A9AC-DE1A-48A7-9FA8-2E708B1D4780}" dt="2025-11-20T15:11:35.448" v="3"/>
        <pc:sldMkLst>
          <pc:docMk/>
          <pc:sldMk cId="2121290626" sldId="263"/>
        </pc:sldMkLst>
        <pc:spChg chg="mod">
          <ac:chgData name="Mohit Sharma" userId="13ae87145df29246" providerId="Windows Live" clId="Web-{6152A9AC-DE1A-48A7-9FA8-2E708B1D4780}" dt="2025-11-20T15:11:35.448" v="3"/>
          <ac:spMkLst>
            <pc:docMk/>
            <pc:sldMk cId="2121290626" sldId="263"/>
            <ac:spMk id="2" creationId="{3381875E-8317-50EE-A0AB-7658742C34DB}"/>
          </ac:spMkLst>
        </pc:spChg>
        <pc:spChg chg="del mod">
          <ac:chgData name="Mohit Sharma" userId="13ae87145df29246" providerId="Windows Live" clId="Web-{6152A9AC-DE1A-48A7-9FA8-2E708B1D4780}" dt="2025-11-20T15:11:35.448" v="3"/>
          <ac:spMkLst>
            <pc:docMk/>
            <pc:sldMk cId="2121290626" sldId="263"/>
            <ac:spMk id="3" creationId="{BD03144E-B698-0469-D7CD-74AF31298367}"/>
          </ac:spMkLst>
        </pc:spChg>
        <pc:spChg chg="add">
          <ac:chgData name="Mohit Sharma" userId="13ae87145df29246" providerId="Windows Live" clId="Web-{6152A9AC-DE1A-48A7-9FA8-2E708B1D4780}" dt="2025-11-20T15:11:35.448" v="3"/>
          <ac:spMkLst>
            <pc:docMk/>
            <pc:sldMk cId="2121290626" sldId="263"/>
            <ac:spMk id="6" creationId="{2E442304-DDBD-4F7B-8017-36BCC863FB40}"/>
          </ac:spMkLst>
        </pc:spChg>
        <pc:spChg chg="add">
          <ac:chgData name="Mohit Sharma" userId="13ae87145df29246" providerId="Windows Live" clId="Web-{6152A9AC-DE1A-48A7-9FA8-2E708B1D4780}" dt="2025-11-20T15:11:35.448" v="3"/>
          <ac:spMkLst>
            <pc:docMk/>
            <pc:sldMk cId="2121290626" sldId="263"/>
            <ac:spMk id="7" creationId="{5E107275-3853-46FD-A241-DE4355A42675}"/>
          </ac:spMkLst>
        </pc:spChg>
        <pc:graphicFrameChg chg="add">
          <ac:chgData name="Mohit Sharma" userId="13ae87145df29246" providerId="Windows Live" clId="Web-{6152A9AC-DE1A-48A7-9FA8-2E708B1D4780}" dt="2025-11-20T15:11:35.448" v="3"/>
          <ac:graphicFrameMkLst>
            <pc:docMk/>
            <pc:sldMk cId="2121290626" sldId="263"/>
            <ac:graphicFrameMk id="8" creationId="{FEAAA1F6-D6D9-9D6D-B819-468494F73A13}"/>
          </ac:graphicFrameMkLst>
        </pc:graphicFrameChg>
      </pc:sldChg>
    </pc:docChg>
  </pc:docChgLst>
  <pc:docChgLst>
    <pc:chgData name="Mohit Sharma" userId="13ae87145df29246" providerId="Windows Live" clId="Web-{1E752BC9-22D1-4601-A5AC-C247C00527DA}"/>
    <pc:docChg chg="modSld">
      <pc:chgData name="Mohit Sharma" userId="13ae87145df29246" providerId="Windows Live" clId="Web-{1E752BC9-22D1-4601-A5AC-C247C00527DA}" dt="2025-11-20T15:53:29.564" v="31"/>
      <pc:docMkLst>
        <pc:docMk/>
      </pc:docMkLst>
      <pc:sldChg chg="addSp delSp modSp">
        <pc:chgData name="Mohit Sharma" userId="13ae87145df29246" providerId="Windows Live" clId="Web-{1E752BC9-22D1-4601-A5AC-C247C00527DA}" dt="2025-11-20T15:53:29.564" v="31"/>
        <pc:sldMkLst>
          <pc:docMk/>
          <pc:sldMk cId="0" sldId="256"/>
        </pc:sldMkLst>
        <pc:spChg chg="mod">
          <ac:chgData name="Mohit Sharma" userId="13ae87145df29246" providerId="Windows Live" clId="Web-{1E752BC9-22D1-4601-A5AC-C247C00527DA}" dt="2025-11-20T15:53:29.564" v="31"/>
          <ac:spMkLst>
            <pc:docMk/>
            <pc:sldMk cId="0" sldId="256"/>
            <ac:spMk id="2" creationId="{00000000-0000-0000-0000-000000000000}"/>
          </ac:spMkLst>
        </pc:spChg>
        <pc:spChg chg="add del">
          <ac:chgData name="Mohit Sharma" userId="13ae87145df29246" providerId="Windows Live" clId="Web-{1E752BC9-22D1-4601-A5AC-C247C00527DA}" dt="2025-11-20T15:53:29.564" v="31"/>
          <ac:spMkLst>
            <pc:docMk/>
            <pc:sldMk cId="0" sldId="256"/>
            <ac:spMk id="28" creationId="{4522B21E-B2B9-4C72-9A71-C87EFD137480}"/>
          </ac:spMkLst>
        </pc:spChg>
        <pc:spChg chg="add del">
          <ac:chgData name="Mohit Sharma" userId="13ae87145df29246" providerId="Windows Live" clId="Web-{1E752BC9-22D1-4601-A5AC-C247C00527DA}" dt="2025-11-20T15:53:29.564" v="31"/>
          <ac:spMkLst>
            <pc:docMk/>
            <pc:sldMk cId="0" sldId="256"/>
            <ac:spMk id="29" creationId="{5EB7D2A2-F448-44D4-938C-DC84CBCB3B1E}"/>
          </ac:spMkLst>
        </pc:spChg>
        <pc:spChg chg="add del">
          <ac:chgData name="Mohit Sharma" userId="13ae87145df29246" providerId="Windows Live" clId="Web-{1E752BC9-22D1-4601-A5AC-C247C00527DA}" dt="2025-11-20T15:53:29.564" v="31"/>
          <ac:spMkLst>
            <pc:docMk/>
            <pc:sldMk cId="0" sldId="256"/>
            <ac:spMk id="30" creationId="{871AEA07-1E14-44B4-8E55-64EF049CD66F}"/>
          </ac:spMkLst>
        </pc:spChg>
        <pc:spChg chg="add del">
          <ac:chgData name="Mohit Sharma" userId="13ae87145df29246" providerId="Windows Live" clId="Web-{1E752BC9-22D1-4601-A5AC-C247C00527DA}" dt="2025-11-20T15:53:16.861" v="28"/>
          <ac:spMkLst>
            <pc:docMk/>
            <pc:sldMk cId="0" sldId="256"/>
            <ac:spMk id="36" creationId="{6F5A5072-7B47-4D32-B52A-4EBBF590B8A5}"/>
          </ac:spMkLst>
        </pc:spChg>
        <pc:spChg chg="add del">
          <ac:chgData name="Mohit Sharma" userId="13ae87145df29246" providerId="Windows Live" clId="Web-{1E752BC9-22D1-4601-A5AC-C247C00527DA}" dt="2025-11-20T15:53:16.861" v="28"/>
          <ac:spMkLst>
            <pc:docMk/>
            <pc:sldMk cId="0" sldId="256"/>
            <ac:spMk id="38" creationId="{9715DAF0-AE1B-46C9-8A6B-DB2AA05AB91D}"/>
          </ac:spMkLst>
        </pc:spChg>
        <pc:spChg chg="add del">
          <ac:chgData name="Mohit Sharma" userId="13ae87145df29246" providerId="Windows Live" clId="Web-{1E752BC9-22D1-4601-A5AC-C247C00527DA}" dt="2025-11-20T15:53:16.861" v="28"/>
          <ac:spMkLst>
            <pc:docMk/>
            <pc:sldMk cId="0" sldId="256"/>
            <ac:spMk id="40" creationId="{6016219D-510E-4184-9090-6D5578A87BD1}"/>
          </ac:spMkLst>
        </pc:spChg>
        <pc:spChg chg="add del">
          <ac:chgData name="Mohit Sharma" userId="13ae87145df29246" providerId="Windows Live" clId="Web-{1E752BC9-22D1-4601-A5AC-C247C00527DA}" dt="2025-11-20T15:53:16.861" v="28"/>
          <ac:spMkLst>
            <pc:docMk/>
            <pc:sldMk cId="0" sldId="256"/>
            <ac:spMk id="42" creationId="{AFF4A713-7B75-4B21-90D7-5AB19547C728}"/>
          </ac:spMkLst>
        </pc:spChg>
        <pc:spChg chg="add del">
          <ac:chgData name="Mohit Sharma" userId="13ae87145df29246" providerId="Windows Live" clId="Web-{1E752BC9-22D1-4601-A5AC-C247C00527DA}" dt="2025-11-20T15:53:16.861" v="28"/>
          <ac:spMkLst>
            <pc:docMk/>
            <pc:sldMk cId="0" sldId="256"/>
            <ac:spMk id="44" creationId="{DC631C0B-6DA6-4E57-8231-CE32B3434A7E}"/>
          </ac:spMkLst>
        </pc:spChg>
        <pc:spChg chg="add del">
          <ac:chgData name="Mohit Sharma" userId="13ae87145df29246" providerId="Windows Live" clId="Web-{1E752BC9-22D1-4601-A5AC-C247C00527DA}" dt="2025-11-20T15:53:16.861" v="28"/>
          <ac:spMkLst>
            <pc:docMk/>
            <pc:sldMk cId="0" sldId="256"/>
            <ac:spMk id="46" creationId="{C29501E6-A978-4A61-9689-9085AF97A53A}"/>
          </ac:spMkLst>
        </pc:spChg>
        <pc:spChg chg="add del">
          <ac:chgData name="Mohit Sharma" userId="13ae87145df29246" providerId="Windows Live" clId="Web-{1E752BC9-22D1-4601-A5AC-C247C00527DA}" dt="2025-11-20T15:53:29.549" v="30"/>
          <ac:spMkLst>
            <pc:docMk/>
            <pc:sldMk cId="0" sldId="256"/>
            <ac:spMk id="48" creationId="{FFD48BC7-DC40-47DE-87EE-9F4B6ECB9ABB}"/>
          </ac:spMkLst>
        </pc:spChg>
        <pc:spChg chg="add del">
          <ac:chgData name="Mohit Sharma" userId="13ae87145df29246" providerId="Windows Live" clId="Web-{1E752BC9-22D1-4601-A5AC-C247C00527DA}" dt="2025-11-20T15:53:29.549" v="30"/>
          <ac:spMkLst>
            <pc:docMk/>
            <pc:sldMk cId="0" sldId="256"/>
            <ac:spMk id="49" creationId="{E502BBC7-2C76-46F3-BC24-5985BC13DB88}"/>
          </ac:spMkLst>
        </pc:spChg>
        <pc:spChg chg="add del">
          <ac:chgData name="Mohit Sharma" userId="13ae87145df29246" providerId="Windows Live" clId="Web-{1E752BC9-22D1-4601-A5AC-C247C00527DA}" dt="2025-11-20T15:53:29.549" v="30"/>
          <ac:spMkLst>
            <pc:docMk/>
            <pc:sldMk cId="0" sldId="256"/>
            <ac:spMk id="50" creationId="{C7F28D52-2A5F-4D23-81AE-7CB8B591C7AF}"/>
          </ac:spMkLst>
        </pc:spChg>
        <pc:spChg chg="add del">
          <ac:chgData name="Mohit Sharma" userId="13ae87145df29246" providerId="Windows Live" clId="Web-{1E752BC9-22D1-4601-A5AC-C247C00527DA}" dt="2025-11-20T15:53:29.549" v="30"/>
          <ac:spMkLst>
            <pc:docMk/>
            <pc:sldMk cId="0" sldId="256"/>
            <ac:spMk id="51" creationId="{3629484E-3792-4B3D-89AD-7C8A1ED0E0D4}"/>
          </ac:spMkLst>
        </pc:spChg>
        <pc:spChg chg="add">
          <ac:chgData name="Mohit Sharma" userId="13ae87145df29246" providerId="Windows Live" clId="Web-{1E752BC9-22D1-4601-A5AC-C247C00527DA}" dt="2025-11-20T15:53:29.564" v="31"/>
          <ac:spMkLst>
            <pc:docMk/>
            <pc:sldMk cId="0" sldId="256"/>
            <ac:spMk id="53" creationId="{59EF30C2-29AC-4A0D-BC0A-A679CF113EDD}"/>
          </ac:spMkLst>
        </pc:spChg>
        <pc:spChg chg="add">
          <ac:chgData name="Mohit Sharma" userId="13ae87145df29246" providerId="Windows Live" clId="Web-{1E752BC9-22D1-4601-A5AC-C247C00527DA}" dt="2025-11-20T15:53:29.564" v="31"/>
          <ac:spMkLst>
            <pc:docMk/>
            <pc:sldMk cId="0" sldId="256"/>
            <ac:spMk id="54" creationId="{9C682A1A-5B2D-4111-BBD6-620165633E5B}"/>
          </ac:spMkLst>
        </pc:spChg>
        <pc:spChg chg="add">
          <ac:chgData name="Mohit Sharma" userId="13ae87145df29246" providerId="Windows Live" clId="Web-{1E752BC9-22D1-4601-A5AC-C247C00527DA}" dt="2025-11-20T15:53:29.564" v="31"/>
          <ac:spMkLst>
            <pc:docMk/>
            <pc:sldMk cId="0" sldId="256"/>
            <ac:spMk id="56" creationId="{A04F1504-431A-4D86-9091-AE7E4B33376B}"/>
          </ac:spMkLst>
        </pc:spChg>
        <pc:spChg chg="add">
          <ac:chgData name="Mohit Sharma" userId="13ae87145df29246" providerId="Windows Live" clId="Web-{1E752BC9-22D1-4601-A5AC-C247C00527DA}" dt="2025-11-20T15:53:29.564" v="31"/>
          <ac:spMkLst>
            <pc:docMk/>
            <pc:sldMk cId="0" sldId="256"/>
            <ac:spMk id="57" creationId="{EA804283-B929-4503-802F-4585376E2B42}"/>
          </ac:spMkLst>
        </pc:spChg>
        <pc:spChg chg="add">
          <ac:chgData name="Mohit Sharma" userId="13ae87145df29246" providerId="Windows Live" clId="Web-{1E752BC9-22D1-4601-A5AC-C247C00527DA}" dt="2025-11-20T15:53:29.564" v="31"/>
          <ac:spMkLst>
            <pc:docMk/>
            <pc:sldMk cId="0" sldId="256"/>
            <ac:spMk id="59" creationId="{067AD921-1CEE-4C1B-9AA3-C66D908DDD14}"/>
          </ac:spMkLst>
        </pc:spChg>
        <pc:spChg chg="add">
          <ac:chgData name="Mohit Sharma" userId="13ae87145df29246" providerId="Windows Live" clId="Web-{1E752BC9-22D1-4601-A5AC-C247C00527DA}" dt="2025-11-20T15:53:29.564" v="31"/>
          <ac:spMkLst>
            <pc:docMk/>
            <pc:sldMk cId="0" sldId="256"/>
            <ac:spMk id="60" creationId="{C36A08F5-3B56-47C5-A371-9187BE56E1E5}"/>
          </ac:spMkLst>
        </pc:spChg>
        <pc:cxnChg chg="add del">
          <ac:chgData name="Mohit Sharma" userId="13ae87145df29246" providerId="Windows Live" clId="Web-{1E752BC9-22D1-4601-A5AC-C247C00527DA}" dt="2025-11-20T15:53:29.549" v="30"/>
          <ac:cxnSpMkLst>
            <pc:docMk/>
            <pc:sldMk cId="0" sldId="256"/>
            <ac:cxnSpMk id="31" creationId="{F7C8EA93-3210-4C62-99E9-153C275E3A87}"/>
          </ac:cxnSpMkLst>
        </pc:cxnChg>
      </pc:sldChg>
      <pc:sldChg chg="addSp delSp modSp mod setBg setClrOvrMap">
        <pc:chgData name="Mohit Sharma" userId="13ae87145df29246" providerId="Windows Live" clId="Web-{1E752BC9-22D1-4601-A5AC-C247C00527DA}" dt="2025-11-20T15:47:43.577" v="11" actId="20577"/>
        <pc:sldMkLst>
          <pc:docMk/>
          <pc:sldMk cId="0" sldId="257"/>
        </pc:sldMkLst>
        <pc:spChg chg="mod">
          <ac:chgData name="Mohit Sharma" userId="13ae87145df29246" providerId="Windows Live" clId="Web-{1E752BC9-22D1-4601-A5AC-C247C00527DA}" dt="2025-11-20T15:46:56.795" v="8"/>
          <ac:spMkLst>
            <pc:docMk/>
            <pc:sldMk cId="0" sldId="257"/>
            <ac:spMk id="2" creationId="{00000000-0000-0000-0000-000000000000}"/>
          </ac:spMkLst>
        </pc:spChg>
        <pc:spChg chg="mod">
          <ac:chgData name="Mohit Sharma" userId="13ae87145df29246" providerId="Windows Live" clId="Web-{1E752BC9-22D1-4601-A5AC-C247C00527DA}" dt="2025-11-20T15:47:43.577" v="11" actId="20577"/>
          <ac:spMkLst>
            <pc:docMk/>
            <pc:sldMk cId="0" sldId="257"/>
            <ac:spMk id="3" creationId="{00000000-0000-0000-0000-000000000000}"/>
          </ac:spMkLst>
        </pc:spChg>
        <pc:spChg chg="add del">
          <ac:chgData name="Mohit Sharma" userId="13ae87145df29246" providerId="Windows Live" clId="Web-{1E752BC9-22D1-4601-A5AC-C247C00527DA}" dt="2025-11-20T15:35:46.375" v="3"/>
          <ac:spMkLst>
            <pc:docMk/>
            <pc:sldMk cId="0" sldId="257"/>
            <ac:spMk id="8" creationId="{081EA652-8C6A-4E69-BEB9-170809474553}"/>
          </ac:spMkLst>
        </pc:spChg>
        <pc:spChg chg="add del">
          <ac:chgData name="Mohit Sharma" userId="13ae87145df29246" providerId="Windows Live" clId="Web-{1E752BC9-22D1-4601-A5AC-C247C00527DA}" dt="2025-11-20T15:35:41.406" v="1"/>
          <ac:spMkLst>
            <pc:docMk/>
            <pc:sldMk cId="0" sldId="257"/>
            <ac:spMk id="10" creationId="{59A309A7-1751-4ABE-A3C1-EEC40366AD89}"/>
          </ac:spMkLst>
        </pc:spChg>
        <pc:spChg chg="add del">
          <ac:chgData name="Mohit Sharma" userId="13ae87145df29246" providerId="Windows Live" clId="Web-{1E752BC9-22D1-4601-A5AC-C247C00527DA}" dt="2025-11-20T15:35:41.406" v="1"/>
          <ac:spMkLst>
            <pc:docMk/>
            <pc:sldMk cId="0" sldId="257"/>
            <ac:spMk id="12" creationId="{967D8EB6-EAE1-4F9C-B398-83321E287204}"/>
          </ac:spMkLst>
        </pc:spChg>
        <pc:spChg chg="add del">
          <ac:chgData name="Mohit Sharma" userId="13ae87145df29246" providerId="Windows Live" clId="Web-{1E752BC9-22D1-4601-A5AC-C247C00527DA}" dt="2025-11-20T15:35:46.375" v="3"/>
          <ac:spMkLst>
            <pc:docMk/>
            <pc:sldMk cId="0" sldId="257"/>
            <ac:spMk id="14" creationId="{5298780A-33B9-4EA2-8F67-DE68AD62841B}"/>
          </ac:spMkLst>
        </pc:spChg>
        <pc:spChg chg="add del">
          <ac:chgData name="Mohit Sharma" userId="13ae87145df29246" providerId="Windows Live" clId="Web-{1E752BC9-22D1-4601-A5AC-C247C00527DA}" dt="2025-11-20T15:35:46.375" v="3"/>
          <ac:spMkLst>
            <pc:docMk/>
            <pc:sldMk cId="0" sldId="257"/>
            <ac:spMk id="15" creationId="{7F488E8B-4E1E-4402-8935-D4E6C02615C7}"/>
          </ac:spMkLst>
        </pc:spChg>
        <pc:spChg chg="add del">
          <ac:chgData name="Mohit Sharma" userId="13ae87145df29246" providerId="Windows Live" clId="Web-{1E752BC9-22D1-4601-A5AC-C247C00527DA}" dt="2025-11-20T15:46:50.624" v="5"/>
          <ac:spMkLst>
            <pc:docMk/>
            <pc:sldMk cId="0" sldId="257"/>
            <ac:spMk id="17" creationId="{CF62D2A7-8207-488C-9F46-316BA81A16C8}"/>
          </ac:spMkLst>
        </pc:spChg>
        <pc:spChg chg="add del">
          <ac:chgData name="Mohit Sharma" userId="13ae87145df29246" providerId="Windows Live" clId="Web-{1E752BC9-22D1-4601-A5AC-C247C00527DA}" dt="2025-11-20T15:46:50.624" v="5"/>
          <ac:spMkLst>
            <pc:docMk/>
            <pc:sldMk cId="0" sldId="257"/>
            <ac:spMk id="18" creationId="{52AC6D7F-F068-4E11-BB06-F601D89BB980}"/>
          </ac:spMkLst>
        </pc:spChg>
        <pc:spChg chg="add del">
          <ac:chgData name="Mohit Sharma" userId="13ae87145df29246" providerId="Windows Live" clId="Web-{1E752BC9-22D1-4601-A5AC-C247C00527DA}" dt="2025-11-20T15:46:56.780" v="7"/>
          <ac:spMkLst>
            <pc:docMk/>
            <pc:sldMk cId="0" sldId="257"/>
            <ac:spMk id="21" creationId="{AC17DE74-01C9-4859-B65A-85CF999E8580}"/>
          </ac:spMkLst>
        </pc:spChg>
        <pc:spChg chg="add del">
          <ac:chgData name="Mohit Sharma" userId="13ae87145df29246" providerId="Windows Live" clId="Web-{1E752BC9-22D1-4601-A5AC-C247C00527DA}" dt="2025-11-20T15:46:56.780" v="7"/>
          <ac:spMkLst>
            <pc:docMk/>
            <pc:sldMk cId="0" sldId="257"/>
            <ac:spMk id="22" creationId="{068C0432-0E90-4CC1-8CD3-D44A90DF07EF}"/>
          </ac:spMkLst>
        </pc:spChg>
        <pc:spChg chg="add">
          <ac:chgData name="Mohit Sharma" userId="13ae87145df29246" providerId="Windows Live" clId="Web-{1E752BC9-22D1-4601-A5AC-C247C00527DA}" dt="2025-11-20T15:46:56.795" v="8"/>
          <ac:spMkLst>
            <pc:docMk/>
            <pc:sldMk cId="0" sldId="257"/>
            <ac:spMk id="24" creationId="{3AD318CC-E2A8-4E27-9548-A047A78999B1}"/>
          </ac:spMkLst>
        </pc:spChg>
        <pc:spChg chg="add">
          <ac:chgData name="Mohit Sharma" userId="13ae87145df29246" providerId="Windows Live" clId="Web-{1E752BC9-22D1-4601-A5AC-C247C00527DA}" dt="2025-11-20T15:46:56.795" v="8"/>
          <ac:spMkLst>
            <pc:docMk/>
            <pc:sldMk cId="0" sldId="257"/>
            <ac:spMk id="27" creationId="{2C1BBA94-3F40-40AA-8BB9-E69E25E537C1}"/>
          </ac:spMkLst>
        </pc:spChg>
        <pc:grpChg chg="add">
          <ac:chgData name="Mohit Sharma" userId="13ae87145df29246" providerId="Windows Live" clId="Web-{1E752BC9-22D1-4601-A5AC-C247C00527DA}" dt="2025-11-20T15:46:56.795" v="8"/>
          <ac:grpSpMkLst>
            <pc:docMk/>
            <pc:sldMk cId="0" sldId="257"/>
            <ac:grpSpMk id="25" creationId="{B14B560F-9DD7-4302-A60B-EBD3EF59B073}"/>
          </ac:grpSpMkLst>
        </pc:grpChg>
        <pc:picChg chg="add del">
          <ac:chgData name="Mohit Sharma" userId="13ae87145df29246" providerId="Windows Live" clId="Web-{1E752BC9-22D1-4601-A5AC-C247C00527DA}" dt="2025-11-20T15:35:41.406" v="1"/>
          <ac:picMkLst>
            <pc:docMk/>
            <pc:sldMk cId="0" sldId="257"/>
            <ac:picMk id="7" creationId="{DA559AEA-DD95-91C4-903B-1BF9BC59092C}"/>
          </ac:picMkLst>
        </pc:picChg>
        <pc:picChg chg="add del">
          <ac:chgData name="Mohit Sharma" userId="13ae87145df29246" providerId="Windows Live" clId="Web-{1E752BC9-22D1-4601-A5AC-C247C00527DA}" dt="2025-11-20T15:46:50.624" v="5"/>
          <ac:picMkLst>
            <pc:docMk/>
            <pc:sldMk cId="0" sldId="257"/>
            <ac:picMk id="19" creationId="{7C01115D-793D-AFB1-0822-3852E61C1673}"/>
          </ac:picMkLst>
        </pc:picChg>
      </pc:sldChg>
      <pc:sldChg chg="addSp delSp modSp mod setBg">
        <pc:chgData name="Mohit Sharma" userId="13ae87145df29246" providerId="Windows Live" clId="Web-{1E752BC9-22D1-4601-A5AC-C247C00527DA}" dt="2025-11-20T15:52:34.327" v="26"/>
        <pc:sldMkLst>
          <pc:docMk/>
          <pc:sldMk cId="0" sldId="258"/>
        </pc:sldMkLst>
        <pc:spChg chg="mod">
          <ac:chgData name="Mohit Sharma" userId="13ae87145df29246" providerId="Windows Live" clId="Web-{1E752BC9-22D1-4601-A5AC-C247C00527DA}" dt="2025-11-20T15:52:34.327" v="26"/>
          <ac:spMkLst>
            <pc:docMk/>
            <pc:sldMk cId="0" sldId="258"/>
            <ac:spMk id="2" creationId="{00000000-0000-0000-0000-000000000000}"/>
          </ac:spMkLst>
        </pc:spChg>
        <pc:spChg chg="del">
          <ac:chgData name="Mohit Sharma" userId="13ae87145df29246" providerId="Windows Live" clId="Web-{1E752BC9-22D1-4601-A5AC-C247C00527DA}" dt="2025-11-20T15:52:34.327" v="26"/>
          <ac:spMkLst>
            <pc:docMk/>
            <pc:sldMk cId="0" sldId="258"/>
            <ac:spMk id="3" creationId="{00000000-0000-0000-0000-000000000000}"/>
          </ac:spMkLst>
        </pc:spChg>
        <pc:spChg chg="add">
          <ac:chgData name="Mohit Sharma" userId="13ae87145df29246" providerId="Windows Live" clId="Web-{1E752BC9-22D1-4601-A5AC-C247C00527DA}" dt="2025-11-20T15:52:34.327" v="26"/>
          <ac:spMkLst>
            <pc:docMk/>
            <pc:sldMk cId="0" sldId="258"/>
            <ac:spMk id="9" creationId="{BACC6370-2D7E-4714-9D71-7542949D7D5D}"/>
          </ac:spMkLst>
        </pc:spChg>
        <pc:spChg chg="add">
          <ac:chgData name="Mohit Sharma" userId="13ae87145df29246" providerId="Windows Live" clId="Web-{1E752BC9-22D1-4601-A5AC-C247C00527DA}" dt="2025-11-20T15:52:34.327" v="26"/>
          <ac:spMkLst>
            <pc:docMk/>
            <pc:sldMk cId="0" sldId="258"/>
            <ac:spMk id="11" creationId="{256B2C21-A230-48C0-8DF1-C46611373C44}"/>
          </ac:spMkLst>
        </pc:spChg>
        <pc:spChg chg="add">
          <ac:chgData name="Mohit Sharma" userId="13ae87145df29246" providerId="Windows Live" clId="Web-{1E752BC9-22D1-4601-A5AC-C247C00527DA}" dt="2025-11-20T15:52:34.327" v="26"/>
          <ac:spMkLst>
            <pc:docMk/>
            <pc:sldMk cId="0" sldId="258"/>
            <ac:spMk id="13" creationId="{3847E18C-932D-4C95-AABA-FEC7C9499AD7}"/>
          </ac:spMkLst>
        </pc:spChg>
        <pc:spChg chg="add">
          <ac:chgData name="Mohit Sharma" userId="13ae87145df29246" providerId="Windows Live" clId="Web-{1E752BC9-22D1-4601-A5AC-C247C00527DA}" dt="2025-11-20T15:52:34.327" v="26"/>
          <ac:spMkLst>
            <pc:docMk/>
            <pc:sldMk cId="0" sldId="258"/>
            <ac:spMk id="15" creationId="{3150CB11-0C61-439E-910F-5787759E72A0}"/>
          </ac:spMkLst>
        </pc:spChg>
        <pc:spChg chg="add">
          <ac:chgData name="Mohit Sharma" userId="13ae87145df29246" providerId="Windows Live" clId="Web-{1E752BC9-22D1-4601-A5AC-C247C00527DA}" dt="2025-11-20T15:52:34.327" v="26"/>
          <ac:spMkLst>
            <pc:docMk/>
            <pc:sldMk cId="0" sldId="258"/>
            <ac:spMk id="17" creationId="{43F8A58B-5155-44CE-A5FF-7647B47D0A7A}"/>
          </ac:spMkLst>
        </pc:spChg>
        <pc:spChg chg="add">
          <ac:chgData name="Mohit Sharma" userId="13ae87145df29246" providerId="Windows Live" clId="Web-{1E752BC9-22D1-4601-A5AC-C247C00527DA}" dt="2025-11-20T15:52:34.327" v="26"/>
          <ac:spMkLst>
            <pc:docMk/>
            <pc:sldMk cId="0" sldId="258"/>
            <ac:spMk id="19" creationId="{443F2ACA-E6D6-4028-82DD-F03C262D5DE6}"/>
          </ac:spMkLst>
        </pc:spChg>
        <pc:graphicFrameChg chg="add">
          <ac:chgData name="Mohit Sharma" userId="13ae87145df29246" providerId="Windows Live" clId="Web-{1E752BC9-22D1-4601-A5AC-C247C00527DA}" dt="2025-11-20T15:52:34.327" v="26"/>
          <ac:graphicFrameMkLst>
            <pc:docMk/>
            <pc:sldMk cId="0" sldId="258"/>
            <ac:graphicFrameMk id="5" creationId="{6B957726-9D6C-D174-D3FA-FC8C836515A4}"/>
          </ac:graphicFrameMkLst>
        </pc:graphicFrameChg>
      </pc:sldChg>
      <pc:sldChg chg="addSp delSp modSp mod setBg">
        <pc:chgData name="Mohit Sharma" userId="13ae87145df29246" providerId="Windows Live" clId="Web-{1E752BC9-22D1-4601-A5AC-C247C00527DA}" dt="2025-11-20T15:49:26.080" v="16"/>
        <pc:sldMkLst>
          <pc:docMk/>
          <pc:sldMk cId="0" sldId="259"/>
        </pc:sldMkLst>
        <pc:spChg chg="mod">
          <ac:chgData name="Mohit Sharma" userId="13ae87145df29246" providerId="Windows Live" clId="Web-{1E752BC9-22D1-4601-A5AC-C247C00527DA}" dt="2025-11-20T15:49:26.080" v="16"/>
          <ac:spMkLst>
            <pc:docMk/>
            <pc:sldMk cId="0" sldId="259"/>
            <ac:spMk id="2" creationId="{00000000-0000-0000-0000-000000000000}"/>
          </ac:spMkLst>
        </pc:spChg>
        <pc:spChg chg="add del">
          <ac:chgData name="Mohit Sharma" userId="13ae87145df29246" providerId="Windows Live" clId="Web-{1E752BC9-22D1-4601-A5AC-C247C00527DA}" dt="2025-11-20T15:49:26.080" v="16"/>
          <ac:spMkLst>
            <pc:docMk/>
            <pc:sldMk cId="0" sldId="259"/>
            <ac:spMk id="3" creationId="{00000000-0000-0000-0000-000000000000}"/>
          </ac:spMkLst>
        </pc:spChg>
        <pc:spChg chg="add del">
          <ac:chgData name="Mohit Sharma" userId="13ae87145df29246" providerId="Windows Live" clId="Web-{1E752BC9-22D1-4601-A5AC-C247C00527DA}" dt="2025-11-20T15:49:19.485" v="13"/>
          <ac:spMkLst>
            <pc:docMk/>
            <pc:sldMk cId="0" sldId="259"/>
            <ac:spMk id="9" creationId="{BACC6370-2D7E-4714-9D71-7542949D7D5D}"/>
          </ac:spMkLst>
        </pc:spChg>
        <pc:spChg chg="add del">
          <ac:chgData name="Mohit Sharma" userId="13ae87145df29246" providerId="Windows Live" clId="Web-{1E752BC9-22D1-4601-A5AC-C247C00527DA}" dt="2025-11-20T15:49:19.485" v="13"/>
          <ac:spMkLst>
            <pc:docMk/>
            <pc:sldMk cId="0" sldId="259"/>
            <ac:spMk id="11" creationId="{256B2C21-A230-48C0-8DF1-C46611373C44}"/>
          </ac:spMkLst>
        </pc:spChg>
        <pc:spChg chg="add del">
          <ac:chgData name="Mohit Sharma" userId="13ae87145df29246" providerId="Windows Live" clId="Web-{1E752BC9-22D1-4601-A5AC-C247C00527DA}" dt="2025-11-20T15:49:19.485" v="13"/>
          <ac:spMkLst>
            <pc:docMk/>
            <pc:sldMk cId="0" sldId="259"/>
            <ac:spMk id="13" creationId="{3847E18C-932D-4C95-AABA-FEC7C9499AD7}"/>
          </ac:spMkLst>
        </pc:spChg>
        <pc:spChg chg="add del">
          <ac:chgData name="Mohit Sharma" userId="13ae87145df29246" providerId="Windows Live" clId="Web-{1E752BC9-22D1-4601-A5AC-C247C00527DA}" dt="2025-11-20T15:49:19.485" v="13"/>
          <ac:spMkLst>
            <pc:docMk/>
            <pc:sldMk cId="0" sldId="259"/>
            <ac:spMk id="15" creationId="{3150CB11-0C61-439E-910F-5787759E72A0}"/>
          </ac:spMkLst>
        </pc:spChg>
        <pc:spChg chg="add">
          <ac:chgData name="Mohit Sharma" userId="13ae87145df29246" providerId="Windows Live" clId="Web-{1E752BC9-22D1-4601-A5AC-C247C00527DA}" dt="2025-11-20T15:49:26.080" v="16"/>
          <ac:spMkLst>
            <pc:docMk/>
            <pc:sldMk cId="0" sldId="259"/>
            <ac:spMk id="16" creationId="{D5B0017B-2ECA-49AF-B397-DC140825DF8D}"/>
          </ac:spMkLst>
        </pc:spChg>
        <pc:spChg chg="add del">
          <ac:chgData name="Mohit Sharma" userId="13ae87145df29246" providerId="Windows Live" clId="Web-{1E752BC9-22D1-4601-A5AC-C247C00527DA}" dt="2025-11-20T15:49:19.485" v="13"/>
          <ac:spMkLst>
            <pc:docMk/>
            <pc:sldMk cId="0" sldId="259"/>
            <ac:spMk id="17" creationId="{43F8A58B-5155-44CE-A5FF-7647B47D0A7A}"/>
          </ac:spMkLst>
        </pc:spChg>
        <pc:spChg chg="add del">
          <ac:chgData name="Mohit Sharma" userId="13ae87145df29246" providerId="Windows Live" clId="Web-{1E752BC9-22D1-4601-A5AC-C247C00527DA}" dt="2025-11-20T15:49:19.485" v="13"/>
          <ac:spMkLst>
            <pc:docMk/>
            <pc:sldMk cId="0" sldId="259"/>
            <ac:spMk id="19" creationId="{443F2ACA-E6D6-4028-82DD-F03C262D5DE6}"/>
          </ac:spMkLst>
        </pc:spChg>
        <pc:spChg chg="add del">
          <ac:chgData name="Mohit Sharma" userId="13ae87145df29246" providerId="Windows Live" clId="Web-{1E752BC9-22D1-4601-A5AC-C247C00527DA}" dt="2025-11-20T15:49:26.049" v="15"/>
          <ac:spMkLst>
            <pc:docMk/>
            <pc:sldMk cId="0" sldId="259"/>
            <ac:spMk id="21" creationId="{C05CBC3C-2E5A-4839-8B9B-2E5A6ADF0F58}"/>
          </ac:spMkLst>
        </pc:spChg>
        <pc:spChg chg="add del">
          <ac:chgData name="Mohit Sharma" userId="13ae87145df29246" providerId="Windows Live" clId="Web-{1E752BC9-22D1-4601-A5AC-C247C00527DA}" dt="2025-11-20T15:49:26.049" v="15"/>
          <ac:spMkLst>
            <pc:docMk/>
            <pc:sldMk cId="0" sldId="259"/>
            <ac:spMk id="22" creationId="{DB5B423A-57CC-4C58-AA26-8E2E862B03A0}"/>
          </ac:spMkLst>
        </pc:spChg>
        <pc:spChg chg="add">
          <ac:chgData name="Mohit Sharma" userId="13ae87145df29246" providerId="Windows Live" clId="Web-{1E752BC9-22D1-4601-A5AC-C247C00527DA}" dt="2025-11-20T15:49:26.080" v="16"/>
          <ac:spMkLst>
            <pc:docMk/>
            <pc:sldMk cId="0" sldId="259"/>
            <ac:spMk id="25" creationId="{56E9B3E6-E277-4D68-BA48-9CB43FFBD6E2}"/>
          </ac:spMkLst>
        </pc:spChg>
        <pc:grpChg chg="add">
          <ac:chgData name="Mohit Sharma" userId="13ae87145df29246" providerId="Windows Live" clId="Web-{1E752BC9-22D1-4601-A5AC-C247C00527DA}" dt="2025-11-20T15:49:26.080" v="16"/>
          <ac:grpSpMkLst>
            <pc:docMk/>
            <pc:sldMk cId="0" sldId="259"/>
            <ac:grpSpMk id="26" creationId="{AE1C45F0-260A-458C-96ED-C1F6D2151219}"/>
          </ac:grpSpMkLst>
        </pc:grpChg>
        <pc:graphicFrameChg chg="add del">
          <ac:chgData name="Mohit Sharma" userId="13ae87145df29246" providerId="Windows Live" clId="Web-{1E752BC9-22D1-4601-A5AC-C247C00527DA}" dt="2025-11-20T15:49:19.485" v="13"/>
          <ac:graphicFrameMkLst>
            <pc:docMk/>
            <pc:sldMk cId="0" sldId="259"/>
            <ac:graphicFrameMk id="5" creationId="{950FD5AE-7CC9-5E81-6D05-85D45AC83261}"/>
          </ac:graphicFrameMkLst>
        </pc:graphicFrameChg>
        <pc:graphicFrameChg chg="add del">
          <ac:chgData name="Mohit Sharma" userId="13ae87145df29246" providerId="Windows Live" clId="Web-{1E752BC9-22D1-4601-A5AC-C247C00527DA}" dt="2025-11-20T15:49:26.049" v="15"/>
          <ac:graphicFrameMkLst>
            <pc:docMk/>
            <pc:sldMk cId="0" sldId="259"/>
            <ac:graphicFrameMk id="23" creationId="{07AE7AAD-9D53-C3E5-02E9-098C3DD7348B}"/>
          </ac:graphicFrameMkLst>
        </pc:graphicFrameChg>
        <pc:graphicFrameChg chg="add">
          <ac:chgData name="Mohit Sharma" userId="13ae87145df29246" providerId="Windows Live" clId="Web-{1E752BC9-22D1-4601-A5AC-C247C00527DA}" dt="2025-11-20T15:49:26.080" v="16"/>
          <ac:graphicFrameMkLst>
            <pc:docMk/>
            <pc:sldMk cId="0" sldId="259"/>
            <ac:graphicFrameMk id="28" creationId="{8CEECD8F-9520-8142-A277-5303BE0744D9}"/>
          </ac:graphicFrameMkLst>
        </pc:graphicFrameChg>
        <pc:cxnChg chg="add">
          <ac:chgData name="Mohit Sharma" userId="13ae87145df29246" providerId="Windows Live" clId="Web-{1E752BC9-22D1-4601-A5AC-C247C00527DA}" dt="2025-11-20T15:49:26.080" v="16"/>
          <ac:cxnSpMkLst>
            <pc:docMk/>
            <pc:sldMk cId="0" sldId="259"/>
            <ac:cxnSpMk id="18" creationId="{6CF1BAF6-AD41-4082-B212-8A1F9A2E8779}"/>
          </ac:cxnSpMkLst>
        </pc:cxnChg>
      </pc:sldChg>
      <pc:sldChg chg="addSp modSp mod setBg">
        <pc:chgData name="Mohit Sharma" userId="13ae87145df29246" providerId="Windows Live" clId="Web-{1E752BC9-22D1-4601-A5AC-C247C00527DA}" dt="2025-11-20T15:50:30.679" v="18" actId="20577"/>
        <pc:sldMkLst>
          <pc:docMk/>
          <pc:sldMk cId="0" sldId="260"/>
        </pc:sldMkLst>
        <pc:spChg chg="mod">
          <ac:chgData name="Mohit Sharma" userId="13ae87145df29246" providerId="Windows Live" clId="Web-{1E752BC9-22D1-4601-A5AC-C247C00527DA}" dt="2025-11-20T15:50:18.569" v="17"/>
          <ac:spMkLst>
            <pc:docMk/>
            <pc:sldMk cId="0" sldId="260"/>
            <ac:spMk id="2" creationId="{00000000-0000-0000-0000-000000000000}"/>
          </ac:spMkLst>
        </pc:spChg>
        <pc:spChg chg="mod">
          <ac:chgData name="Mohit Sharma" userId="13ae87145df29246" providerId="Windows Live" clId="Web-{1E752BC9-22D1-4601-A5AC-C247C00527DA}" dt="2025-11-20T15:50:30.679" v="18" actId="20577"/>
          <ac:spMkLst>
            <pc:docMk/>
            <pc:sldMk cId="0" sldId="260"/>
            <ac:spMk id="3" creationId="{00000000-0000-0000-0000-000000000000}"/>
          </ac:spMkLst>
        </pc:spChg>
        <pc:spChg chg="add">
          <ac:chgData name="Mohit Sharma" userId="13ae87145df29246" providerId="Windows Live" clId="Web-{1E752BC9-22D1-4601-A5AC-C247C00527DA}" dt="2025-11-20T15:50:18.569" v="17"/>
          <ac:spMkLst>
            <pc:docMk/>
            <pc:sldMk cId="0" sldId="260"/>
            <ac:spMk id="8" creationId="{B6CDA21F-E7AF-4C75-8395-33F58D5B0E45}"/>
          </ac:spMkLst>
        </pc:spChg>
        <pc:spChg chg="add">
          <ac:chgData name="Mohit Sharma" userId="13ae87145df29246" providerId="Windows Live" clId="Web-{1E752BC9-22D1-4601-A5AC-C247C00527DA}" dt="2025-11-20T15:50:18.569" v="17"/>
          <ac:spMkLst>
            <pc:docMk/>
            <pc:sldMk cId="0" sldId="260"/>
            <ac:spMk id="15" creationId="{D5B0017B-2ECA-49AF-B397-DC140825DF8D}"/>
          </ac:spMkLst>
        </pc:spChg>
        <pc:grpChg chg="add">
          <ac:chgData name="Mohit Sharma" userId="13ae87145df29246" providerId="Windows Live" clId="Web-{1E752BC9-22D1-4601-A5AC-C247C00527DA}" dt="2025-11-20T15:50:18.569" v="17"/>
          <ac:grpSpMkLst>
            <pc:docMk/>
            <pc:sldMk cId="0" sldId="260"/>
            <ac:grpSpMk id="10" creationId="{AE1C45F0-260A-458C-96ED-C1F6D2151219}"/>
          </ac:grpSpMkLst>
        </pc:grpChg>
        <pc:cxnChg chg="add">
          <ac:chgData name="Mohit Sharma" userId="13ae87145df29246" providerId="Windows Live" clId="Web-{1E752BC9-22D1-4601-A5AC-C247C00527DA}" dt="2025-11-20T15:50:18.569" v="17"/>
          <ac:cxnSpMkLst>
            <pc:docMk/>
            <pc:sldMk cId="0" sldId="260"/>
            <ac:cxnSpMk id="17" creationId="{6CF1BAF6-AD41-4082-B212-8A1F9A2E8779}"/>
          </ac:cxnSpMkLst>
        </pc:cxnChg>
      </pc:sldChg>
      <pc:sldChg chg="addSp delSp modSp mod setBg">
        <pc:chgData name="Mohit Sharma" userId="13ae87145df29246" providerId="Windows Live" clId="Web-{1E752BC9-22D1-4601-A5AC-C247C00527DA}" dt="2025-11-20T15:52:23.327" v="25"/>
        <pc:sldMkLst>
          <pc:docMk/>
          <pc:sldMk cId="0" sldId="261"/>
        </pc:sldMkLst>
        <pc:spChg chg="mod">
          <ac:chgData name="Mohit Sharma" userId="13ae87145df29246" providerId="Windows Live" clId="Web-{1E752BC9-22D1-4601-A5AC-C247C00527DA}" dt="2025-11-20T15:52:23.327" v="25"/>
          <ac:spMkLst>
            <pc:docMk/>
            <pc:sldMk cId="0" sldId="261"/>
            <ac:spMk id="2" creationId="{00000000-0000-0000-0000-000000000000}"/>
          </ac:spMkLst>
        </pc:spChg>
        <pc:spChg chg="mod">
          <ac:chgData name="Mohit Sharma" userId="13ae87145df29246" providerId="Windows Live" clId="Web-{1E752BC9-22D1-4601-A5AC-C247C00527DA}" dt="2025-11-20T15:52:23.327" v="25"/>
          <ac:spMkLst>
            <pc:docMk/>
            <pc:sldMk cId="0" sldId="261"/>
            <ac:spMk id="3" creationId="{00000000-0000-0000-0000-000000000000}"/>
          </ac:spMkLst>
        </pc:spChg>
        <pc:spChg chg="add del">
          <ac:chgData name="Mohit Sharma" userId="13ae87145df29246" providerId="Windows Live" clId="Web-{1E752BC9-22D1-4601-A5AC-C247C00527DA}" dt="2025-11-20T15:52:01.935" v="20"/>
          <ac:spMkLst>
            <pc:docMk/>
            <pc:sldMk cId="0" sldId="261"/>
            <ac:spMk id="8" creationId="{F837543A-6020-4505-A233-C9DB4BF74011}"/>
          </ac:spMkLst>
        </pc:spChg>
        <pc:spChg chg="add del">
          <ac:chgData name="Mohit Sharma" userId="13ae87145df29246" providerId="Windows Live" clId="Web-{1E752BC9-22D1-4601-A5AC-C247C00527DA}" dt="2025-11-20T15:52:01.935" v="20"/>
          <ac:spMkLst>
            <pc:docMk/>
            <pc:sldMk cId="0" sldId="261"/>
            <ac:spMk id="10" creationId="{35B16301-FB18-48BA-A6DD-C37CAF6F9A18}"/>
          </ac:spMkLst>
        </pc:spChg>
        <pc:spChg chg="add del">
          <ac:chgData name="Mohit Sharma" userId="13ae87145df29246" providerId="Windows Live" clId="Web-{1E752BC9-22D1-4601-A5AC-C247C00527DA}" dt="2025-11-20T15:52:01.935" v="20"/>
          <ac:spMkLst>
            <pc:docMk/>
            <pc:sldMk cId="0" sldId="261"/>
            <ac:spMk id="12" creationId="{C3C0D90E-074A-4F52-9B11-B52BEF4BCBE5}"/>
          </ac:spMkLst>
        </pc:spChg>
        <pc:spChg chg="add del">
          <ac:chgData name="Mohit Sharma" userId="13ae87145df29246" providerId="Windows Live" clId="Web-{1E752BC9-22D1-4601-A5AC-C247C00527DA}" dt="2025-11-20T15:52:01.935" v="20"/>
          <ac:spMkLst>
            <pc:docMk/>
            <pc:sldMk cId="0" sldId="261"/>
            <ac:spMk id="14" creationId="{CABBD4C1-E6F8-46F6-8152-A8A97490BF4D}"/>
          </ac:spMkLst>
        </pc:spChg>
        <pc:spChg chg="add del">
          <ac:chgData name="Mohit Sharma" userId="13ae87145df29246" providerId="Windows Live" clId="Web-{1E752BC9-22D1-4601-A5AC-C247C00527DA}" dt="2025-11-20T15:52:01.935" v="20"/>
          <ac:spMkLst>
            <pc:docMk/>
            <pc:sldMk cId="0" sldId="261"/>
            <ac:spMk id="16" creationId="{83BA5EF5-1FE9-4BF9-83BB-269BCDDF6156}"/>
          </ac:spMkLst>
        </pc:spChg>
        <pc:spChg chg="add del">
          <ac:chgData name="Mohit Sharma" userId="13ae87145df29246" providerId="Windows Live" clId="Web-{1E752BC9-22D1-4601-A5AC-C247C00527DA}" dt="2025-11-20T15:52:01.935" v="20"/>
          <ac:spMkLst>
            <pc:docMk/>
            <pc:sldMk cId="0" sldId="261"/>
            <ac:spMk id="20" creationId="{88853921-7BC9-4BDE-ACAB-133C683C82D6}"/>
          </ac:spMkLst>
        </pc:spChg>
        <pc:spChg chg="add del">
          <ac:chgData name="Mohit Sharma" userId="13ae87145df29246" providerId="Windows Live" clId="Web-{1E752BC9-22D1-4601-A5AC-C247C00527DA}" dt="2025-11-20T15:52:01.935" v="20"/>
          <ac:spMkLst>
            <pc:docMk/>
            <pc:sldMk cId="0" sldId="261"/>
            <ac:spMk id="22" creationId="{09192968-3AE7-4470-A61C-97294BB92731}"/>
          </ac:spMkLst>
        </pc:spChg>
        <pc:spChg chg="add del">
          <ac:chgData name="Mohit Sharma" userId="13ae87145df29246" providerId="Windows Live" clId="Web-{1E752BC9-22D1-4601-A5AC-C247C00527DA}" dt="2025-11-20T15:52:01.935" v="20"/>
          <ac:spMkLst>
            <pc:docMk/>
            <pc:sldMk cId="0" sldId="261"/>
            <ac:spMk id="24" creationId="{3AB72E55-43E4-4356-BFE8-E2102CB0B505}"/>
          </ac:spMkLst>
        </pc:spChg>
        <pc:spChg chg="add del">
          <ac:chgData name="Mohit Sharma" userId="13ae87145df29246" providerId="Windows Live" clId="Web-{1E752BC9-22D1-4601-A5AC-C247C00527DA}" dt="2025-11-20T15:52:20.467" v="22"/>
          <ac:spMkLst>
            <pc:docMk/>
            <pc:sldMk cId="0" sldId="261"/>
            <ac:spMk id="26" creationId="{0D7B6173-1D58-48E2-83CF-37350F315F75}"/>
          </ac:spMkLst>
        </pc:spChg>
        <pc:spChg chg="add del">
          <ac:chgData name="Mohit Sharma" userId="13ae87145df29246" providerId="Windows Live" clId="Web-{1E752BC9-22D1-4601-A5AC-C247C00527DA}" dt="2025-11-20T15:52:20.467" v="22"/>
          <ac:spMkLst>
            <pc:docMk/>
            <pc:sldMk cId="0" sldId="261"/>
            <ac:spMk id="27" creationId="{BD21050B-D85A-4CC6-94EC-450D24F19661}"/>
          </ac:spMkLst>
        </pc:spChg>
        <pc:spChg chg="add del">
          <ac:chgData name="Mohit Sharma" userId="13ae87145df29246" providerId="Windows Live" clId="Web-{1E752BC9-22D1-4601-A5AC-C247C00527DA}" dt="2025-11-20T15:52:20.467" v="22"/>
          <ac:spMkLst>
            <pc:docMk/>
            <pc:sldMk cId="0" sldId="261"/>
            <ac:spMk id="29" creationId="{D87C4F29-0DC4-4901-A2FD-7C88889E6035}"/>
          </ac:spMkLst>
        </pc:spChg>
        <pc:spChg chg="add del">
          <ac:chgData name="Mohit Sharma" userId="13ae87145df29246" providerId="Windows Live" clId="Web-{1E752BC9-22D1-4601-A5AC-C247C00527DA}" dt="2025-11-20T15:52:20.467" v="22"/>
          <ac:spMkLst>
            <pc:docMk/>
            <pc:sldMk cId="0" sldId="261"/>
            <ac:spMk id="30" creationId="{C5F81162-7738-4BC8-BA5D-ADEFD7F2D166}"/>
          </ac:spMkLst>
        </pc:spChg>
        <pc:spChg chg="add del">
          <ac:chgData name="Mohit Sharma" userId="13ae87145df29246" providerId="Windows Live" clId="Web-{1E752BC9-22D1-4601-A5AC-C247C00527DA}" dt="2025-11-20T15:52:23.311" v="24"/>
          <ac:spMkLst>
            <pc:docMk/>
            <pc:sldMk cId="0" sldId="261"/>
            <ac:spMk id="32" creationId="{907EF6B7-1338-4443-8C46-6A318D952DFD}"/>
          </ac:spMkLst>
        </pc:spChg>
        <pc:spChg chg="add del">
          <ac:chgData name="Mohit Sharma" userId="13ae87145df29246" providerId="Windows Live" clId="Web-{1E752BC9-22D1-4601-A5AC-C247C00527DA}" dt="2025-11-20T15:52:23.311" v="24"/>
          <ac:spMkLst>
            <pc:docMk/>
            <pc:sldMk cId="0" sldId="261"/>
            <ac:spMk id="33" creationId="{DAAE4CDD-124C-4DCF-9584-B6033B545DD5}"/>
          </ac:spMkLst>
        </pc:spChg>
        <pc:spChg chg="add del">
          <ac:chgData name="Mohit Sharma" userId="13ae87145df29246" providerId="Windows Live" clId="Web-{1E752BC9-22D1-4601-A5AC-C247C00527DA}" dt="2025-11-20T15:52:23.311" v="24"/>
          <ac:spMkLst>
            <pc:docMk/>
            <pc:sldMk cId="0" sldId="261"/>
            <ac:spMk id="34" creationId="{081E4A58-353D-44AE-B2FC-2A74E2E400F7}"/>
          </ac:spMkLst>
        </pc:spChg>
        <pc:spChg chg="add">
          <ac:chgData name="Mohit Sharma" userId="13ae87145df29246" providerId="Windows Live" clId="Web-{1E752BC9-22D1-4601-A5AC-C247C00527DA}" dt="2025-11-20T15:52:23.327" v="25"/>
          <ac:spMkLst>
            <pc:docMk/>
            <pc:sldMk cId="0" sldId="261"/>
            <ac:spMk id="36" creationId="{F837543A-6020-4505-A233-C9DB4BF74011}"/>
          </ac:spMkLst>
        </pc:spChg>
        <pc:spChg chg="add">
          <ac:chgData name="Mohit Sharma" userId="13ae87145df29246" providerId="Windows Live" clId="Web-{1E752BC9-22D1-4601-A5AC-C247C00527DA}" dt="2025-11-20T15:52:23.327" v="25"/>
          <ac:spMkLst>
            <pc:docMk/>
            <pc:sldMk cId="0" sldId="261"/>
            <ac:spMk id="37" creationId="{35B16301-FB18-48BA-A6DD-C37CAF6F9A18}"/>
          </ac:spMkLst>
        </pc:spChg>
        <pc:spChg chg="add">
          <ac:chgData name="Mohit Sharma" userId="13ae87145df29246" providerId="Windows Live" clId="Web-{1E752BC9-22D1-4601-A5AC-C247C00527DA}" dt="2025-11-20T15:52:23.327" v="25"/>
          <ac:spMkLst>
            <pc:docMk/>
            <pc:sldMk cId="0" sldId="261"/>
            <ac:spMk id="38" creationId="{C3C0D90E-074A-4F52-9B11-B52BEF4BCBE5}"/>
          </ac:spMkLst>
        </pc:spChg>
        <pc:spChg chg="add">
          <ac:chgData name="Mohit Sharma" userId="13ae87145df29246" providerId="Windows Live" clId="Web-{1E752BC9-22D1-4601-A5AC-C247C00527DA}" dt="2025-11-20T15:52:23.327" v="25"/>
          <ac:spMkLst>
            <pc:docMk/>
            <pc:sldMk cId="0" sldId="261"/>
            <ac:spMk id="39" creationId="{CABBD4C1-E6F8-46F6-8152-A8A97490BF4D}"/>
          </ac:spMkLst>
        </pc:spChg>
        <pc:spChg chg="add">
          <ac:chgData name="Mohit Sharma" userId="13ae87145df29246" providerId="Windows Live" clId="Web-{1E752BC9-22D1-4601-A5AC-C247C00527DA}" dt="2025-11-20T15:52:23.327" v="25"/>
          <ac:spMkLst>
            <pc:docMk/>
            <pc:sldMk cId="0" sldId="261"/>
            <ac:spMk id="40" creationId="{83BA5EF5-1FE9-4BF9-83BB-269BCDDF6156}"/>
          </ac:spMkLst>
        </pc:spChg>
        <pc:spChg chg="add">
          <ac:chgData name="Mohit Sharma" userId="13ae87145df29246" providerId="Windows Live" clId="Web-{1E752BC9-22D1-4601-A5AC-C247C00527DA}" dt="2025-11-20T15:52:23.327" v="25"/>
          <ac:spMkLst>
            <pc:docMk/>
            <pc:sldMk cId="0" sldId="261"/>
            <ac:spMk id="42" creationId="{88853921-7BC9-4BDE-ACAB-133C683C82D6}"/>
          </ac:spMkLst>
        </pc:spChg>
        <pc:spChg chg="add">
          <ac:chgData name="Mohit Sharma" userId="13ae87145df29246" providerId="Windows Live" clId="Web-{1E752BC9-22D1-4601-A5AC-C247C00527DA}" dt="2025-11-20T15:52:23.327" v="25"/>
          <ac:spMkLst>
            <pc:docMk/>
            <pc:sldMk cId="0" sldId="261"/>
            <ac:spMk id="43" creationId="{09192968-3AE7-4470-A61C-97294BB92731}"/>
          </ac:spMkLst>
        </pc:spChg>
        <pc:spChg chg="add">
          <ac:chgData name="Mohit Sharma" userId="13ae87145df29246" providerId="Windows Live" clId="Web-{1E752BC9-22D1-4601-A5AC-C247C00527DA}" dt="2025-11-20T15:52:23.327" v="25"/>
          <ac:spMkLst>
            <pc:docMk/>
            <pc:sldMk cId="0" sldId="261"/>
            <ac:spMk id="44" creationId="{3AB72E55-43E4-4356-BFE8-E2102CB0B505}"/>
          </ac:spMkLst>
        </pc:spChg>
        <pc:picChg chg="add del">
          <ac:chgData name="Mohit Sharma" userId="13ae87145df29246" providerId="Windows Live" clId="Web-{1E752BC9-22D1-4601-A5AC-C247C00527DA}" dt="2025-11-20T15:52:20.467" v="22"/>
          <ac:picMkLst>
            <pc:docMk/>
            <pc:sldMk cId="0" sldId="261"/>
            <ac:picMk id="28" creationId="{C4720EDA-E218-43A9-8817-08F09F4DB6CA}"/>
          </ac:picMkLst>
        </pc:picChg>
      </pc:sldChg>
    </pc:docChg>
  </pc:docChgLst>
  <pc:docChgLst>
    <pc:chgData name="Mohit Sharma" userId="13ae87145df29246" providerId="Windows Live" clId="Web-{7E641C7D-B064-4C0E-8196-DBED0FA13C06}"/>
    <pc:docChg chg="addSld modSld">
      <pc:chgData name="Mohit Sharma" userId="13ae87145df29246" providerId="Windows Live" clId="Web-{7E641C7D-B064-4C0E-8196-DBED0FA13C06}" dt="2025-11-20T15:10:29.015" v="143"/>
      <pc:docMkLst>
        <pc:docMk/>
      </pc:docMkLst>
      <pc:sldChg chg="addSp delSp modSp mod setBg">
        <pc:chgData name="Mohit Sharma" userId="13ae87145df29246" providerId="Windows Live" clId="Web-{7E641C7D-B064-4C0E-8196-DBED0FA13C06}" dt="2025-11-20T14:48:48.177" v="50"/>
        <pc:sldMkLst>
          <pc:docMk/>
          <pc:sldMk cId="0" sldId="256"/>
        </pc:sldMkLst>
        <pc:spChg chg="add del mod">
          <ac:chgData name="Mohit Sharma" userId="13ae87145df29246" providerId="Windows Live" clId="Web-{7E641C7D-B064-4C0E-8196-DBED0FA13C06}" dt="2025-11-20T14:48:48.177" v="50"/>
          <ac:spMkLst>
            <pc:docMk/>
            <pc:sldMk cId="0" sldId="256"/>
            <ac:spMk id="2" creationId="{00000000-0000-0000-0000-000000000000}"/>
          </ac:spMkLst>
        </pc:spChg>
        <pc:spChg chg="del mod">
          <ac:chgData name="Mohit Sharma" userId="13ae87145df29246" providerId="Windows Live" clId="Web-{7E641C7D-B064-4C0E-8196-DBED0FA13C06}" dt="2025-11-20T14:46:47.424" v="31"/>
          <ac:spMkLst>
            <pc:docMk/>
            <pc:sldMk cId="0" sldId="256"/>
            <ac:spMk id="3" creationId="{00000000-0000-0000-0000-000000000000}"/>
          </ac:spMkLst>
        </pc:spChg>
        <pc:spChg chg="add del">
          <ac:chgData name="Mohit Sharma" userId="13ae87145df29246" providerId="Windows Live" clId="Web-{7E641C7D-B064-4C0E-8196-DBED0FA13C06}" dt="2025-11-20T14:48:38.974" v="47"/>
          <ac:spMkLst>
            <pc:docMk/>
            <pc:sldMk cId="0" sldId="256"/>
            <ac:spMk id="7" creationId="{0E30439A-8A5B-46EC-8283-9B6B031D40D0}"/>
          </ac:spMkLst>
        </pc:spChg>
        <pc:spChg chg="add del">
          <ac:chgData name="Mohit Sharma" userId="13ae87145df29246" providerId="Windows Live" clId="Web-{7E641C7D-B064-4C0E-8196-DBED0FA13C06}" dt="2025-11-20T14:48:38.974" v="47"/>
          <ac:spMkLst>
            <pc:docMk/>
            <pc:sldMk cId="0" sldId="256"/>
            <ac:spMk id="9" creationId="{5CEAD642-85CF-4750-8432-7C80C901F001}"/>
          </ac:spMkLst>
        </pc:spChg>
        <pc:spChg chg="add del">
          <ac:chgData name="Mohit Sharma" userId="13ae87145df29246" providerId="Windows Live" clId="Web-{7E641C7D-B064-4C0E-8196-DBED0FA13C06}" dt="2025-11-20T14:48:38.974" v="47"/>
          <ac:spMkLst>
            <pc:docMk/>
            <pc:sldMk cId="0" sldId="256"/>
            <ac:spMk id="11" creationId="{FA33EEAE-15D5-4119-8C1E-89D943F911EF}"/>
          </ac:spMkLst>
        </pc:spChg>
        <pc:spChg chg="add del">
          <ac:chgData name="Mohit Sharma" userId="13ae87145df29246" providerId="Windows Live" clId="Web-{7E641C7D-B064-4C0E-8196-DBED0FA13C06}" dt="2025-11-20T14:48:38.974" v="47"/>
          <ac:spMkLst>
            <pc:docMk/>
            <pc:sldMk cId="0" sldId="256"/>
            <ac:spMk id="13" creationId="{730D8B3B-9B80-4025-B934-26DC7D7CD231}"/>
          </ac:spMkLst>
        </pc:spChg>
        <pc:spChg chg="add del">
          <ac:chgData name="Mohit Sharma" userId="13ae87145df29246" providerId="Windows Live" clId="Web-{7E641C7D-B064-4C0E-8196-DBED0FA13C06}" dt="2025-11-20T14:48:38.974" v="47"/>
          <ac:spMkLst>
            <pc:docMk/>
            <pc:sldMk cId="0" sldId="256"/>
            <ac:spMk id="15" creationId="{B5A1B09C-1565-46F8-B70F-621C5EB48A09}"/>
          </ac:spMkLst>
        </pc:spChg>
        <pc:spChg chg="add del">
          <ac:chgData name="Mohit Sharma" userId="13ae87145df29246" providerId="Windows Live" clId="Web-{7E641C7D-B064-4C0E-8196-DBED0FA13C06}" dt="2025-11-20T14:48:38.974" v="47"/>
          <ac:spMkLst>
            <pc:docMk/>
            <pc:sldMk cId="0" sldId="256"/>
            <ac:spMk id="17" creationId="{8C516CC8-80AC-446C-A56E-9F54B7210402}"/>
          </ac:spMkLst>
        </pc:spChg>
        <pc:spChg chg="add del">
          <ac:chgData name="Mohit Sharma" userId="13ae87145df29246" providerId="Windows Live" clId="Web-{7E641C7D-B064-4C0E-8196-DBED0FA13C06}" dt="2025-11-20T14:48:38.974" v="47"/>
          <ac:spMkLst>
            <pc:docMk/>
            <pc:sldMk cId="0" sldId="256"/>
            <ac:spMk id="19" creationId="{53947E58-F088-49F1-A3D1-DEA690192E84}"/>
          </ac:spMkLst>
        </pc:spChg>
        <pc:spChg chg="add del">
          <ac:chgData name="Mohit Sharma" userId="13ae87145df29246" providerId="Windows Live" clId="Web-{7E641C7D-B064-4C0E-8196-DBED0FA13C06}" dt="2025-11-20T14:48:48.177" v="49"/>
          <ac:spMkLst>
            <pc:docMk/>
            <pc:sldMk cId="0" sldId="256"/>
            <ac:spMk id="21" creationId="{6F5A5072-7B47-4D32-B52A-4EBBF590B8A5}"/>
          </ac:spMkLst>
        </pc:spChg>
        <pc:spChg chg="add del">
          <ac:chgData name="Mohit Sharma" userId="13ae87145df29246" providerId="Windows Live" clId="Web-{7E641C7D-B064-4C0E-8196-DBED0FA13C06}" dt="2025-11-20T14:48:48.177" v="49"/>
          <ac:spMkLst>
            <pc:docMk/>
            <pc:sldMk cId="0" sldId="256"/>
            <ac:spMk id="22" creationId="{9715DAF0-AE1B-46C9-8A6B-DB2AA05AB91D}"/>
          </ac:spMkLst>
        </pc:spChg>
        <pc:spChg chg="add del">
          <ac:chgData name="Mohit Sharma" userId="13ae87145df29246" providerId="Windows Live" clId="Web-{7E641C7D-B064-4C0E-8196-DBED0FA13C06}" dt="2025-11-20T14:48:48.177" v="49"/>
          <ac:spMkLst>
            <pc:docMk/>
            <pc:sldMk cId="0" sldId="256"/>
            <ac:spMk id="23" creationId="{6016219D-510E-4184-9090-6D5578A87BD1}"/>
          </ac:spMkLst>
        </pc:spChg>
        <pc:spChg chg="add del">
          <ac:chgData name="Mohit Sharma" userId="13ae87145df29246" providerId="Windows Live" clId="Web-{7E641C7D-B064-4C0E-8196-DBED0FA13C06}" dt="2025-11-20T14:48:48.177" v="49"/>
          <ac:spMkLst>
            <pc:docMk/>
            <pc:sldMk cId="0" sldId="256"/>
            <ac:spMk id="24" creationId="{AFF4A713-7B75-4B21-90D7-5AB19547C728}"/>
          </ac:spMkLst>
        </pc:spChg>
        <pc:spChg chg="add del">
          <ac:chgData name="Mohit Sharma" userId="13ae87145df29246" providerId="Windows Live" clId="Web-{7E641C7D-B064-4C0E-8196-DBED0FA13C06}" dt="2025-11-20T14:48:48.177" v="49"/>
          <ac:spMkLst>
            <pc:docMk/>
            <pc:sldMk cId="0" sldId="256"/>
            <ac:spMk id="25" creationId="{DC631C0B-6DA6-4E57-8231-CE32B3434A7E}"/>
          </ac:spMkLst>
        </pc:spChg>
        <pc:spChg chg="add del">
          <ac:chgData name="Mohit Sharma" userId="13ae87145df29246" providerId="Windows Live" clId="Web-{7E641C7D-B064-4C0E-8196-DBED0FA13C06}" dt="2025-11-20T14:48:48.177" v="49"/>
          <ac:spMkLst>
            <pc:docMk/>
            <pc:sldMk cId="0" sldId="256"/>
            <ac:spMk id="26" creationId="{C29501E6-A978-4A61-9689-9085AF97A53A}"/>
          </ac:spMkLst>
        </pc:spChg>
        <pc:spChg chg="add">
          <ac:chgData name="Mohit Sharma" userId="13ae87145df29246" providerId="Windows Live" clId="Web-{7E641C7D-B064-4C0E-8196-DBED0FA13C06}" dt="2025-11-20T14:48:48.177" v="50"/>
          <ac:spMkLst>
            <pc:docMk/>
            <pc:sldMk cId="0" sldId="256"/>
            <ac:spMk id="28" creationId="{4522B21E-B2B9-4C72-9A71-C87EFD137480}"/>
          </ac:spMkLst>
        </pc:spChg>
        <pc:spChg chg="add">
          <ac:chgData name="Mohit Sharma" userId="13ae87145df29246" providerId="Windows Live" clId="Web-{7E641C7D-B064-4C0E-8196-DBED0FA13C06}" dt="2025-11-20T14:48:48.177" v="50"/>
          <ac:spMkLst>
            <pc:docMk/>
            <pc:sldMk cId="0" sldId="256"/>
            <ac:spMk id="29" creationId="{5EB7D2A2-F448-44D4-938C-DC84CBCB3B1E}"/>
          </ac:spMkLst>
        </pc:spChg>
        <pc:spChg chg="add">
          <ac:chgData name="Mohit Sharma" userId="13ae87145df29246" providerId="Windows Live" clId="Web-{7E641C7D-B064-4C0E-8196-DBED0FA13C06}" dt="2025-11-20T14:48:48.177" v="50"/>
          <ac:spMkLst>
            <pc:docMk/>
            <pc:sldMk cId="0" sldId="256"/>
            <ac:spMk id="30" creationId="{871AEA07-1E14-44B4-8E55-64EF049CD66F}"/>
          </ac:spMkLst>
        </pc:spChg>
        <pc:cxnChg chg="add">
          <ac:chgData name="Mohit Sharma" userId="13ae87145df29246" providerId="Windows Live" clId="Web-{7E641C7D-B064-4C0E-8196-DBED0FA13C06}" dt="2025-11-20T14:48:48.177" v="50"/>
          <ac:cxnSpMkLst>
            <pc:docMk/>
            <pc:sldMk cId="0" sldId="256"/>
            <ac:cxnSpMk id="31" creationId="{F7C8EA93-3210-4C62-99E9-153C275E3A87}"/>
          </ac:cxnSpMkLst>
        </pc:cxnChg>
      </pc:sldChg>
      <pc:sldChg chg="modSp">
        <pc:chgData name="Mohit Sharma" userId="13ae87145df29246" providerId="Windows Live" clId="Web-{7E641C7D-B064-4C0E-8196-DBED0FA13C06}" dt="2025-11-20T15:05:07.446" v="122" actId="20577"/>
        <pc:sldMkLst>
          <pc:docMk/>
          <pc:sldMk cId="0" sldId="257"/>
        </pc:sldMkLst>
        <pc:spChg chg="mod">
          <ac:chgData name="Mohit Sharma" userId="13ae87145df29246" providerId="Windows Live" clId="Web-{7E641C7D-B064-4C0E-8196-DBED0FA13C06}" dt="2025-11-20T15:04:45.680" v="116" actId="20577"/>
          <ac:spMkLst>
            <pc:docMk/>
            <pc:sldMk cId="0" sldId="257"/>
            <ac:spMk id="2" creationId="{00000000-0000-0000-0000-000000000000}"/>
          </ac:spMkLst>
        </pc:spChg>
        <pc:spChg chg="mod">
          <ac:chgData name="Mohit Sharma" userId="13ae87145df29246" providerId="Windows Live" clId="Web-{7E641C7D-B064-4C0E-8196-DBED0FA13C06}" dt="2025-11-20T15:05:07.446" v="122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">
        <pc:chgData name="Mohit Sharma" userId="13ae87145df29246" providerId="Windows Live" clId="Web-{7E641C7D-B064-4C0E-8196-DBED0FA13C06}" dt="2025-11-20T15:05:16.806" v="123" actId="14100"/>
        <pc:sldMkLst>
          <pc:docMk/>
          <pc:sldMk cId="0" sldId="258"/>
        </pc:sldMkLst>
        <pc:spChg chg="mod">
          <ac:chgData name="Mohit Sharma" userId="13ae87145df29246" providerId="Windows Live" clId="Web-{7E641C7D-B064-4C0E-8196-DBED0FA13C06}" dt="2025-11-20T15:04:23.226" v="108" actId="20577"/>
          <ac:spMkLst>
            <pc:docMk/>
            <pc:sldMk cId="0" sldId="258"/>
            <ac:spMk id="2" creationId="{00000000-0000-0000-0000-000000000000}"/>
          </ac:spMkLst>
        </pc:spChg>
        <pc:spChg chg="mod">
          <ac:chgData name="Mohit Sharma" userId="13ae87145df29246" providerId="Windows Live" clId="Web-{7E641C7D-B064-4C0E-8196-DBED0FA13C06}" dt="2025-11-20T15:05:16.806" v="123" actId="14100"/>
          <ac:spMkLst>
            <pc:docMk/>
            <pc:sldMk cId="0" sldId="258"/>
            <ac:spMk id="3" creationId="{00000000-0000-0000-0000-000000000000}"/>
          </ac:spMkLst>
        </pc:spChg>
      </pc:sldChg>
      <pc:sldChg chg="modSp">
        <pc:chgData name="Mohit Sharma" userId="13ae87145df29246" providerId="Windows Live" clId="Web-{7E641C7D-B064-4C0E-8196-DBED0FA13C06}" dt="2025-11-20T15:05:23.150" v="124" actId="14100"/>
        <pc:sldMkLst>
          <pc:docMk/>
          <pc:sldMk cId="0" sldId="259"/>
        </pc:sldMkLst>
        <pc:spChg chg="mod">
          <ac:chgData name="Mohit Sharma" userId="13ae87145df29246" providerId="Windows Live" clId="Web-{7E641C7D-B064-4C0E-8196-DBED0FA13C06}" dt="2025-11-20T15:04:16.070" v="107" actId="20577"/>
          <ac:spMkLst>
            <pc:docMk/>
            <pc:sldMk cId="0" sldId="259"/>
            <ac:spMk id="2" creationId="{00000000-0000-0000-0000-000000000000}"/>
          </ac:spMkLst>
        </pc:spChg>
        <pc:spChg chg="mod">
          <ac:chgData name="Mohit Sharma" userId="13ae87145df29246" providerId="Windows Live" clId="Web-{7E641C7D-B064-4C0E-8196-DBED0FA13C06}" dt="2025-11-20T15:05:23.150" v="124" actId="14100"/>
          <ac:spMkLst>
            <pc:docMk/>
            <pc:sldMk cId="0" sldId="259"/>
            <ac:spMk id="3" creationId="{00000000-0000-0000-0000-000000000000}"/>
          </ac:spMkLst>
        </pc:spChg>
      </pc:sldChg>
      <pc:sldChg chg="modSp">
        <pc:chgData name="Mohit Sharma" userId="13ae87145df29246" providerId="Windows Live" clId="Web-{7E641C7D-B064-4C0E-8196-DBED0FA13C06}" dt="2025-11-20T15:05:29.759" v="125" actId="14100"/>
        <pc:sldMkLst>
          <pc:docMk/>
          <pc:sldMk cId="0" sldId="260"/>
        </pc:sldMkLst>
        <pc:spChg chg="mod">
          <ac:chgData name="Mohit Sharma" userId="13ae87145df29246" providerId="Windows Live" clId="Web-{7E641C7D-B064-4C0E-8196-DBED0FA13C06}" dt="2025-11-20T15:04:08.820" v="106" actId="20577"/>
          <ac:spMkLst>
            <pc:docMk/>
            <pc:sldMk cId="0" sldId="260"/>
            <ac:spMk id="2" creationId="{00000000-0000-0000-0000-000000000000}"/>
          </ac:spMkLst>
        </pc:spChg>
        <pc:spChg chg="mod">
          <ac:chgData name="Mohit Sharma" userId="13ae87145df29246" providerId="Windows Live" clId="Web-{7E641C7D-B064-4C0E-8196-DBED0FA13C06}" dt="2025-11-20T15:05:29.759" v="125" actId="14100"/>
          <ac:spMkLst>
            <pc:docMk/>
            <pc:sldMk cId="0" sldId="260"/>
            <ac:spMk id="3" creationId="{00000000-0000-0000-0000-000000000000}"/>
          </ac:spMkLst>
        </pc:spChg>
      </pc:sldChg>
      <pc:sldChg chg="modSp">
        <pc:chgData name="Mohit Sharma" userId="13ae87145df29246" providerId="Windows Live" clId="Web-{7E641C7D-B064-4C0E-8196-DBED0FA13C06}" dt="2025-11-20T15:05:37.150" v="126" actId="20577"/>
        <pc:sldMkLst>
          <pc:docMk/>
          <pc:sldMk cId="0" sldId="261"/>
        </pc:sldMkLst>
        <pc:spChg chg="mod">
          <ac:chgData name="Mohit Sharma" userId="13ae87145df29246" providerId="Windows Live" clId="Web-{7E641C7D-B064-4C0E-8196-DBED0FA13C06}" dt="2025-11-20T15:04:00.757" v="105" actId="20577"/>
          <ac:spMkLst>
            <pc:docMk/>
            <pc:sldMk cId="0" sldId="261"/>
            <ac:spMk id="2" creationId="{00000000-0000-0000-0000-000000000000}"/>
          </ac:spMkLst>
        </pc:spChg>
        <pc:spChg chg="mod">
          <ac:chgData name="Mohit Sharma" userId="13ae87145df29246" providerId="Windows Live" clId="Web-{7E641C7D-B064-4C0E-8196-DBED0FA13C06}" dt="2025-11-20T15:05:37.150" v="126" actId="20577"/>
          <ac:spMkLst>
            <pc:docMk/>
            <pc:sldMk cId="0" sldId="261"/>
            <ac:spMk id="3" creationId="{00000000-0000-0000-0000-000000000000}"/>
          </ac:spMkLst>
        </pc:spChg>
      </pc:sldChg>
      <pc:sldChg chg="addSp delSp modSp new mod setBg">
        <pc:chgData name="Mohit Sharma" userId="13ae87145df29246" providerId="Windows Live" clId="Web-{7E641C7D-B064-4C0E-8196-DBED0FA13C06}" dt="2025-11-20T14:50:09.351" v="60" actId="20577"/>
        <pc:sldMkLst>
          <pc:docMk/>
          <pc:sldMk cId="3872535165" sldId="262"/>
        </pc:sldMkLst>
        <pc:spChg chg="mod">
          <ac:chgData name="Mohit Sharma" userId="13ae87145df29246" providerId="Windows Live" clId="Web-{7E641C7D-B064-4C0E-8196-DBED0FA13C06}" dt="2025-11-20T14:49:13.381" v="55"/>
          <ac:spMkLst>
            <pc:docMk/>
            <pc:sldMk cId="3872535165" sldId="262"/>
            <ac:spMk id="2" creationId="{B05C6E0F-17E7-3865-9D37-C64261729EA7}"/>
          </ac:spMkLst>
        </pc:spChg>
        <pc:spChg chg="add del mod">
          <ac:chgData name="Mohit Sharma" userId="13ae87145df29246" providerId="Windows Live" clId="Web-{7E641C7D-B064-4C0E-8196-DBED0FA13C06}" dt="2025-11-20T14:49:13.381" v="55"/>
          <ac:spMkLst>
            <pc:docMk/>
            <pc:sldMk cId="3872535165" sldId="262"/>
            <ac:spMk id="3" creationId="{7F9A542A-4854-9070-49A7-D4D0CBD231FD}"/>
          </ac:spMkLst>
        </pc:spChg>
        <pc:spChg chg="add">
          <ac:chgData name="Mohit Sharma" userId="13ae87145df29246" providerId="Windows Live" clId="Web-{7E641C7D-B064-4C0E-8196-DBED0FA13C06}" dt="2025-11-20T14:49:13.381" v="55"/>
          <ac:spMkLst>
            <pc:docMk/>
            <pc:sldMk cId="3872535165" sldId="262"/>
            <ac:spMk id="8" creationId="{907EF6B7-1338-4443-8C46-6A318D952DFD}"/>
          </ac:spMkLst>
        </pc:spChg>
        <pc:spChg chg="add del">
          <ac:chgData name="Mohit Sharma" userId="13ae87145df29246" providerId="Windows Live" clId="Web-{7E641C7D-B064-4C0E-8196-DBED0FA13C06}" dt="2025-11-20T14:49:09.818" v="52"/>
          <ac:spMkLst>
            <pc:docMk/>
            <pc:sldMk cId="3872535165" sldId="262"/>
            <ac:spMk id="9" creationId="{BACC6370-2D7E-4714-9D71-7542949D7D5D}"/>
          </ac:spMkLst>
        </pc:spChg>
        <pc:spChg chg="add">
          <ac:chgData name="Mohit Sharma" userId="13ae87145df29246" providerId="Windows Live" clId="Web-{7E641C7D-B064-4C0E-8196-DBED0FA13C06}" dt="2025-11-20T14:49:13.381" v="55"/>
          <ac:spMkLst>
            <pc:docMk/>
            <pc:sldMk cId="3872535165" sldId="262"/>
            <ac:spMk id="10" creationId="{DAAE4CDD-124C-4DCF-9584-B6033B545DD5}"/>
          </ac:spMkLst>
        </pc:spChg>
        <pc:spChg chg="add del">
          <ac:chgData name="Mohit Sharma" userId="13ae87145df29246" providerId="Windows Live" clId="Web-{7E641C7D-B064-4C0E-8196-DBED0FA13C06}" dt="2025-11-20T14:49:09.818" v="52"/>
          <ac:spMkLst>
            <pc:docMk/>
            <pc:sldMk cId="3872535165" sldId="262"/>
            <ac:spMk id="11" creationId="{256B2C21-A230-48C0-8DF1-C46611373C44}"/>
          </ac:spMkLst>
        </pc:spChg>
        <pc:spChg chg="add">
          <ac:chgData name="Mohit Sharma" userId="13ae87145df29246" providerId="Windows Live" clId="Web-{7E641C7D-B064-4C0E-8196-DBED0FA13C06}" dt="2025-11-20T14:49:13.381" v="55"/>
          <ac:spMkLst>
            <pc:docMk/>
            <pc:sldMk cId="3872535165" sldId="262"/>
            <ac:spMk id="12" creationId="{081E4A58-353D-44AE-B2FC-2A74E2E400F7}"/>
          </ac:spMkLst>
        </pc:spChg>
        <pc:spChg chg="add del">
          <ac:chgData name="Mohit Sharma" userId="13ae87145df29246" providerId="Windows Live" clId="Web-{7E641C7D-B064-4C0E-8196-DBED0FA13C06}" dt="2025-11-20T14:49:09.818" v="52"/>
          <ac:spMkLst>
            <pc:docMk/>
            <pc:sldMk cId="3872535165" sldId="262"/>
            <ac:spMk id="13" creationId="{3847E18C-932D-4C95-AABA-FEC7C9499AD7}"/>
          </ac:spMkLst>
        </pc:spChg>
        <pc:spChg chg="add del">
          <ac:chgData name="Mohit Sharma" userId="13ae87145df29246" providerId="Windows Live" clId="Web-{7E641C7D-B064-4C0E-8196-DBED0FA13C06}" dt="2025-11-20T14:49:09.818" v="52"/>
          <ac:spMkLst>
            <pc:docMk/>
            <pc:sldMk cId="3872535165" sldId="262"/>
            <ac:spMk id="15" creationId="{3150CB11-0C61-439E-910F-5787759E72A0}"/>
          </ac:spMkLst>
        </pc:spChg>
        <pc:spChg chg="add del">
          <ac:chgData name="Mohit Sharma" userId="13ae87145df29246" providerId="Windows Live" clId="Web-{7E641C7D-B064-4C0E-8196-DBED0FA13C06}" dt="2025-11-20T14:49:09.818" v="52"/>
          <ac:spMkLst>
            <pc:docMk/>
            <pc:sldMk cId="3872535165" sldId="262"/>
            <ac:spMk id="17" creationId="{43F8A58B-5155-44CE-A5FF-7647B47D0A7A}"/>
          </ac:spMkLst>
        </pc:spChg>
        <pc:spChg chg="add del">
          <ac:chgData name="Mohit Sharma" userId="13ae87145df29246" providerId="Windows Live" clId="Web-{7E641C7D-B064-4C0E-8196-DBED0FA13C06}" dt="2025-11-20T14:49:09.818" v="52"/>
          <ac:spMkLst>
            <pc:docMk/>
            <pc:sldMk cId="3872535165" sldId="262"/>
            <ac:spMk id="19" creationId="{443F2ACA-E6D6-4028-82DD-F03C262D5DE6}"/>
          </ac:spMkLst>
        </pc:spChg>
        <pc:spChg chg="add del">
          <ac:chgData name="Mohit Sharma" userId="13ae87145df29246" providerId="Windows Live" clId="Web-{7E641C7D-B064-4C0E-8196-DBED0FA13C06}" dt="2025-11-20T14:49:13.365" v="54"/>
          <ac:spMkLst>
            <pc:docMk/>
            <pc:sldMk cId="3872535165" sldId="262"/>
            <ac:spMk id="21" creationId="{BACC6370-2D7E-4714-9D71-7542949D7D5D}"/>
          </ac:spMkLst>
        </pc:spChg>
        <pc:spChg chg="add del">
          <ac:chgData name="Mohit Sharma" userId="13ae87145df29246" providerId="Windows Live" clId="Web-{7E641C7D-B064-4C0E-8196-DBED0FA13C06}" dt="2025-11-20T14:49:13.365" v="54"/>
          <ac:spMkLst>
            <pc:docMk/>
            <pc:sldMk cId="3872535165" sldId="262"/>
            <ac:spMk id="22" creationId="{F68B3F68-107C-434F-AA38-110D5EA91B85}"/>
          </ac:spMkLst>
        </pc:spChg>
        <pc:spChg chg="add del">
          <ac:chgData name="Mohit Sharma" userId="13ae87145df29246" providerId="Windows Live" clId="Web-{7E641C7D-B064-4C0E-8196-DBED0FA13C06}" dt="2025-11-20T14:49:13.365" v="54"/>
          <ac:spMkLst>
            <pc:docMk/>
            <pc:sldMk cId="3872535165" sldId="262"/>
            <ac:spMk id="23" creationId="{AAD0DBB9-1A4B-4391-81D4-CB19F9AB918A}"/>
          </ac:spMkLst>
        </pc:spChg>
        <pc:spChg chg="add del">
          <ac:chgData name="Mohit Sharma" userId="13ae87145df29246" providerId="Windows Live" clId="Web-{7E641C7D-B064-4C0E-8196-DBED0FA13C06}" dt="2025-11-20T14:49:13.365" v="54"/>
          <ac:spMkLst>
            <pc:docMk/>
            <pc:sldMk cId="3872535165" sldId="262"/>
            <ac:spMk id="24" creationId="{063BBA22-50EA-4C4D-BE05-F1CE4E63AA56}"/>
          </ac:spMkLst>
        </pc:spChg>
        <pc:spChg chg="add mod">
          <ac:chgData name="Mohit Sharma" userId="13ae87145df29246" providerId="Windows Live" clId="Web-{7E641C7D-B064-4C0E-8196-DBED0FA13C06}" dt="2025-11-20T14:50:09.351" v="60" actId="20577"/>
          <ac:spMkLst>
            <pc:docMk/>
            <pc:sldMk cId="3872535165" sldId="262"/>
            <ac:spMk id="27" creationId="{7F9A542A-4854-9070-49A7-D4D0CBD231FD}"/>
          </ac:spMkLst>
        </pc:spChg>
        <pc:graphicFrameChg chg="add del">
          <ac:chgData name="Mohit Sharma" userId="13ae87145df29246" providerId="Windows Live" clId="Web-{7E641C7D-B064-4C0E-8196-DBED0FA13C06}" dt="2025-11-20T14:49:09.818" v="52"/>
          <ac:graphicFrameMkLst>
            <pc:docMk/>
            <pc:sldMk cId="3872535165" sldId="262"/>
            <ac:graphicFrameMk id="5" creationId="{6F4E3011-F5B5-CF4F-822C-B7BAF55C199B}"/>
          </ac:graphicFrameMkLst>
        </pc:graphicFrameChg>
        <pc:graphicFrameChg chg="add del">
          <ac:chgData name="Mohit Sharma" userId="13ae87145df29246" providerId="Windows Live" clId="Web-{7E641C7D-B064-4C0E-8196-DBED0FA13C06}" dt="2025-11-20T14:49:13.365" v="54"/>
          <ac:graphicFrameMkLst>
            <pc:docMk/>
            <pc:sldMk cId="3872535165" sldId="262"/>
            <ac:graphicFrameMk id="25" creationId="{EF40BDA7-BC52-6400-C0DD-CDE2EE0FB174}"/>
          </ac:graphicFrameMkLst>
        </pc:graphicFrameChg>
      </pc:sldChg>
      <pc:sldChg chg="addSp delSp modSp new mod setBg setClrOvrMap">
        <pc:chgData name="Mohit Sharma" userId="13ae87145df29246" providerId="Windows Live" clId="Web-{7E641C7D-B064-4C0E-8196-DBED0FA13C06}" dt="2025-11-20T15:10:29.015" v="143"/>
        <pc:sldMkLst>
          <pc:docMk/>
          <pc:sldMk cId="2121290626" sldId="263"/>
        </pc:sldMkLst>
        <pc:spChg chg="mod">
          <ac:chgData name="Mohit Sharma" userId="13ae87145df29246" providerId="Windows Live" clId="Web-{7E641C7D-B064-4C0E-8196-DBED0FA13C06}" dt="2025-11-20T15:10:29.015" v="143"/>
          <ac:spMkLst>
            <pc:docMk/>
            <pc:sldMk cId="2121290626" sldId="263"/>
            <ac:spMk id="2" creationId="{3381875E-8317-50EE-A0AB-7658742C34DB}"/>
          </ac:spMkLst>
        </pc:spChg>
        <pc:spChg chg="add del mod">
          <ac:chgData name="Mohit Sharma" userId="13ae87145df29246" providerId="Windows Live" clId="Web-{7E641C7D-B064-4C0E-8196-DBED0FA13C06}" dt="2025-11-20T15:10:29.015" v="143"/>
          <ac:spMkLst>
            <pc:docMk/>
            <pc:sldMk cId="2121290626" sldId="263"/>
            <ac:spMk id="3" creationId="{BD03144E-B698-0469-D7CD-74AF31298367}"/>
          </ac:spMkLst>
        </pc:spChg>
        <pc:spChg chg="add del">
          <ac:chgData name="Mohit Sharma" userId="13ae87145df29246" providerId="Windows Live" clId="Web-{7E641C7D-B064-4C0E-8196-DBED0FA13C06}" dt="2025-11-20T15:10:29.015" v="143"/>
          <ac:spMkLst>
            <pc:docMk/>
            <pc:sldMk cId="2121290626" sldId="263"/>
            <ac:spMk id="9" creationId="{BACC6370-2D7E-4714-9D71-7542949D7D5D}"/>
          </ac:spMkLst>
        </pc:spChg>
        <pc:spChg chg="add del">
          <ac:chgData name="Mohit Sharma" userId="13ae87145df29246" providerId="Windows Live" clId="Web-{7E641C7D-B064-4C0E-8196-DBED0FA13C06}" dt="2025-11-20T15:10:29.015" v="143"/>
          <ac:spMkLst>
            <pc:docMk/>
            <pc:sldMk cId="2121290626" sldId="263"/>
            <ac:spMk id="11" creationId="{256B2C21-A230-48C0-8DF1-C46611373C44}"/>
          </ac:spMkLst>
        </pc:spChg>
        <pc:spChg chg="add del">
          <ac:chgData name="Mohit Sharma" userId="13ae87145df29246" providerId="Windows Live" clId="Web-{7E641C7D-B064-4C0E-8196-DBED0FA13C06}" dt="2025-11-20T15:10:29.015" v="143"/>
          <ac:spMkLst>
            <pc:docMk/>
            <pc:sldMk cId="2121290626" sldId="263"/>
            <ac:spMk id="13" creationId="{3847E18C-932D-4C95-AABA-FEC7C9499AD7}"/>
          </ac:spMkLst>
        </pc:spChg>
        <pc:spChg chg="add del">
          <ac:chgData name="Mohit Sharma" userId="13ae87145df29246" providerId="Windows Live" clId="Web-{7E641C7D-B064-4C0E-8196-DBED0FA13C06}" dt="2025-11-20T15:10:29.015" v="143"/>
          <ac:spMkLst>
            <pc:docMk/>
            <pc:sldMk cId="2121290626" sldId="263"/>
            <ac:spMk id="15" creationId="{3150CB11-0C61-439E-910F-5787759E72A0}"/>
          </ac:spMkLst>
        </pc:spChg>
        <pc:spChg chg="add del">
          <ac:chgData name="Mohit Sharma" userId="13ae87145df29246" providerId="Windows Live" clId="Web-{7E641C7D-B064-4C0E-8196-DBED0FA13C06}" dt="2025-11-20T15:10:29.015" v="143"/>
          <ac:spMkLst>
            <pc:docMk/>
            <pc:sldMk cId="2121290626" sldId="263"/>
            <ac:spMk id="17" creationId="{43F8A58B-5155-44CE-A5FF-7647B47D0A7A}"/>
          </ac:spMkLst>
        </pc:spChg>
        <pc:spChg chg="add del">
          <ac:chgData name="Mohit Sharma" userId="13ae87145df29246" providerId="Windows Live" clId="Web-{7E641C7D-B064-4C0E-8196-DBED0FA13C06}" dt="2025-11-20T15:10:29.015" v="143"/>
          <ac:spMkLst>
            <pc:docMk/>
            <pc:sldMk cId="2121290626" sldId="263"/>
            <ac:spMk id="19" creationId="{443F2ACA-E6D6-4028-82DD-F03C262D5DE6}"/>
          </ac:spMkLst>
        </pc:spChg>
        <pc:spChg chg="add del">
          <ac:chgData name="Mohit Sharma" userId="13ae87145df29246" providerId="Windows Live" clId="Web-{7E641C7D-B064-4C0E-8196-DBED0FA13C06}" dt="2025-11-20T15:07:20.402" v="134"/>
          <ac:spMkLst>
            <pc:docMk/>
            <pc:sldMk cId="2121290626" sldId="263"/>
            <ac:spMk id="21" creationId="{9228552E-C8B1-4A80-8448-0787CE0FC704}"/>
          </ac:spMkLst>
        </pc:spChg>
        <pc:spChg chg="add del">
          <ac:chgData name="Mohit Sharma" userId="13ae87145df29246" providerId="Windows Live" clId="Web-{7E641C7D-B064-4C0E-8196-DBED0FA13C06}" dt="2025-11-20T15:10:25.280" v="140"/>
          <ac:spMkLst>
            <pc:docMk/>
            <pc:sldMk cId="2121290626" sldId="263"/>
            <ac:spMk id="23" creationId="{C4285719-470E-454C-AF62-8323075F1F5B}"/>
          </ac:spMkLst>
        </pc:spChg>
        <pc:spChg chg="add del">
          <ac:chgData name="Mohit Sharma" userId="13ae87145df29246" providerId="Windows Live" clId="Web-{7E641C7D-B064-4C0E-8196-DBED0FA13C06}" dt="2025-11-20T15:06:55.574" v="132"/>
          <ac:spMkLst>
            <pc:docMk/>
            <pc:sldMk cId="2121290626" sldId="263"/>
            <ac:spMk id="24" creationId="{D4771268-CB57-404A-9271-370EB28F6090}"/>
          </ac:spMkLst>
        </pc:spChg>
        <pc:spChg chg="add del">
          <ac:chgData name="Mohit Sharma" userId="13ae87145df29246" providerId="Windows Live" clId="Web-{7E641C7D-B064-4C0E-8196-DBED0FA13C06}" dt="2025-11-20T15:10:25.280" v="140"/>
          <ac:spMkLst>
            <pc:docMk/>
            <pc:sldMk cId="2121290626" sldId="263"/>
            <ac:spMk id="26" creationId="{CD9FE4EF-C4D8-49A0-B2FF-81D8DB7D8A24}"/>
          </ac:spMkLst>
        </pc:spChg>
        <pc:spChg chg="add del">
          <ac:chgData name="Mohit Sharma" userId="13ae87145df29246" providerId="Windows Live" clId="Web-{7E641C7D-B064-4C0E-8196-DBED0FA13C06}" dt="2025-11-20T15:10:25.280" v="140"/>
          <ac:spMkLst>
            <pc:docMk/>
            <pc:sldMk cId="2121290626" sldId="263"/>
            <ac:spMk id="30" creationId="{D2B78728-A580-49A7-84F9-6EF6F583ADE0}"/>
          </ac:spMkLst>
        </pc:spChg>
        <pc:spChg chg="add del">
          <ac:chgData name="Mohit Sharma" userId="13ae87145df29246" providerId="Windows Live" clId="Web-{7E641C7D-B064-4C0E-8196-DBED0FA13C06}" dt="2025-11-20T15:10:25.280" v="140"/>
          <ac:spMkLst>
            <pc:docMk/>
            <pc:sldMk cId="2121290626" sldId="263"/>
            <ac:spMk id="32" creationId="{38FAA1A1-D861-433F-88FA-1E9D6FD31D11}"/>
          </ac:spMkLst>
        </pc:spChg>
        <pc:spChg chg="add del">
          <ac:chgData name="Mohit Sharma" userId="13ae87145df29246" providerId="Windows Live" clId="Web-{7E641C7D-B064-4C0E-8196-DBED0FA13C06}" dt="2025-11-20T15:10:24.046" v="139"/>
          <ac:spMkLst>
            <pc:docMk/>
            <pc:sldMk cId="2121290626" sldId="263"/>
            <ac:spMk id="34" creationId="{8D71EDA1-87BF-4D5D-AB79-F346FD19278A}"/>
          </ac:spMkLst>
        </pc:spChg>
        <pc:spChg chg="add del">
          <ac:chgData name="Mohit Sharma" userId="13ae87145df29246" providerId="Windows Live" clId="Web-{7E641C7D-B064-4C0E-8196-DBED0FA13C06}" dt="2025-11-20T15:10:24.046" v="139"/>
          <ac:spMkLst>
            <pc:docMk/>
            <pc:sldMk cId="2121290626" sldId="263"/>
            <ac:spMk id="39" creationId="{0FE2D22C-409B-48AF-B24F-7988A8F7F848}"/>
          </ac:spMkLst>
        </pc:spChg>
        <pc:spChg chg="add del">
          <ac:chgData name="Mohit Sharma" userId="13ae87145df29246" providerId="Windows Live" clId="Web-{7E641C7D-B064-4C0E-8196-DBED0FA13C06}" dt="2025-11-20T15:10:24.046" v="139"/>
          <ac:spMkLst>
            <pc:docMk/>
            <pc:sldMk cId="2121290626" sldId="263"/>
            <ac:spMk id="41" creationId="{90464369-70FA-42AF-948F-80664CA7BFE5}"/>
          </ac:spMkLst>
        </pc:spChg>
        <pc:spChg chg="add del">
          <ac:chgData name="Mohit Sharma" userId="13ae87145df29246" providerId="Windows Live" clId="Web-{7E641C7D-B064-4C0E-8196-DBED0FA13C06}" dt="2025-11-20T15:10:24.046" v="139"/>
          <ac:spMkLst>
            <pc:docMk/>
            <pc:sldMk cId="2121290626" sldId="263"/>
            <ac:spMk id="43" creationId="{A648176E-454C-437C-B0FC-9B82FCF32B24}"/>
          </ac:spMkLst>
        </pc:spChg>
        <pc:spChg chg="add del">
          <ac:chgData name="Mohit Sharma" userId="13ae87145df29246" providerId="Windows Live" clId="Web-{7E641C7D-B064-4C0E-8196-DBED0FA13C06}" dt="2025-11-20T15:10:24.046" v="139"/>
          <ac:spMkLst>
            <pc:docMk/>
            <pc:sldMk cId="2121290626" sldId="263"/>
            <ac:spMk id="45" creationId="{A6604B49-AD5C-4590-B051-06C8222ECD99}"/>
          </ac:spMkLst>
        </pc:spChg>
        <pc:spChg chg="add del">
          <ac:chgData name="Mohit Sharma" userId="13ae87145df29246" providerId="Windows Live" clId="Web-{7E641C7D-B064-4C0E-8196-DBED0FA13C06}" dt="2025-11-20T15:10:22.687" v="138"/>
          <ac:spMkLst>
            <pc:docMk/>
            <pc:sldMk cId="2121290626" sldId="263"/>
            <ac:spMk id="47" creationId="{CC552A98-EF7D-4D42-AB69-066B786AB55B}"/>
          </ac:spMkLst>
        </pc:spChg>
        <pc:graphicFrameChg chg="add del mod modGraphic">
          <ac:chgData name="Mohit Sharma" userId="13ae87145df29246" providerId="Windows Live" clId="Web-{7E641C7D-B064-4C0E-8196-DBED0FA13C06}" dt="2025-11-20T15:10:29.015" v="143"/>
          <ac:graphicFrameMkLst>
            <pc:docMk/>
            <pc:sldMk cId="2121290626" sldId="263"/>
            <ac:graphicFrameMk id="5" creationId="{3DDCEDF8-D038-8BBC-1F6A-B5D9787B45BE}"/>
          </ac:graphicFrameMkLst>
        </pc:graphicFrame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1CDD602-645A-4D79-9B56-016F1B5F9FFC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C092FFA-B5E4-4BFE-8DFD-F213EE4C9CC2}">
      <dgm:prSet/>
      <dgm:spPr/>
      <dgm:t>
        <a:bodyPr/>
        <a:lstStyle/>
        <a:p>
          <a:r>
            <a:rPr lang="en-US"/>
            <a:t>Typing system (dynamic vs static)</a:t>
          </a:r>
        </a:p>
      </dgm:t>
    </dgm:pt>
    <dgm:pt modelId="{8CBAD850-68E5-4107-8BEC-AB5DF0B2F7DC}" type="parTrans" cxnId="{27F856A2-6D0D-4BC2-967B-F98821192FE2}">
      <dgm:prSet/>
      <dgm:spPr/>
      <dgm:t>
        <a:bodyPr/>
        <a:lstStyle/>
        <a:p>
          <a:endParaRPr lang="en-US"/>
        </a:p>
      </dgm:t>
    </dgm:pt>
    <dgm:pt modelId="{4764AE9B-AED3-4AF8-BD03-61B36DD9490E}" type="sibTrans" cxnId="{27F856A2-6D0D-4BC2-967B-F98821192FE2}">
      <dgm:prSet/>
      <dgm:spPr/>
      <dgm:t>
        <a:bodyPr/>
        <a:lstStyle/>
        <a:p>
          <a:endParaRPr lang="en-US"/>
        </a:p>
      </dgm:t>
    </dgm:pt>
    <dgm:pt modelId="{AE8031C1-21CE-46FC-859F-E7B54C7A0624}">
      <dgm:prSet/>
      <dgm:spPr/>
      <dgm:t>
        <a:bodyPr/>
        <a:lstStyle/>
        <a:p>
          <a:r>
            <a:rPr lang="en-US"/>
            <a:t>Built-in Data structures</a:t>
          </a:r>
        </a:p>
      </dgm:t>
    </dgm:pt>
    <dgm:pt modelId="{2888EE86-1977-4F42-98A9-DD3C49D83D72}" type="parTrans" cxnId="{A4BD9D93-D98D-4BE9-BEB8-05106F03464F}">
      <dgm:prSet/>
      <dgm:spPr/>
      <dgm:t>
        <a:bodyPr/>
        <a:lstStyle/>
        <a:p>
          <a:endParaRPr lang="en-US"/>
        </a:p>
      </dgm:t>
    </dgm:pt>
    <dgm:pt modelId="{3159B7F5-1129-412D-9E8E-681946B28619}" type="sibTrans" cxnId="{A4BD9D93-D98D-4BE9-BEB8-05106F03464F}">
      <dgm:prSet/>
      <dgm:spPr/>
      <dgm:t>
        <a:bodyPr/>
        <a:lstStyle/>
        <a:p>
          <a:endParaRPr lang="en-US"/>
        </a:p>
      </dgm:t>
    </dgm:pt>
    <dgm:pt modelId="{656FA878-88DE-4475-8CCD-351AB46FE282}">
      <dgm:prSet/>
      <dgm:spPr/>
      <dgm:t>
        <a:bodyPr/>
        <a:lstStyle/>
        <a:p>
          <a:r>
            <a:rPr lang="en-US"/>
            <a:t>Memory management</a:t>
          </a:r>
        </a:p>
      </dgm:t>
    </dgm:pt>
    <dgm:pt modelId="{823B46A9-7486-470A-BF33-30369ED02CD6}" type="parTrans" cxnId="{CDEB5C8C-D9C8-447A-B56F-B3AED736025C}">
      <dgm:prSet/>
      <dgm:spPr/>
      <dgm:t>
        <a:bodyPr/>
        <a:lstStyle/>
        <a:p>
          <a:endParaRPr lang="en-US"/>
        </a:p>
      </dgm:t>
    </dgm:pt>
    <dgm:pt modelId="{28F444AD-B0CD-4E51-B75E-CF0B5D9D5B2B}" type="sibTrans" cxnId="{CDEB5C8C-D9C8-447A-B56F-B3AED736025C}">
      <dgm:prSet/>
      <dgm:spPr/>
      <dgm:t>
        <a:bodyPr/>
        <a:lstStyle/>
        <a:p>
          <a:endParaRPr lang="en-US"/>
        </a:p>
      </dgm:t>
    </dgm:pt>
    <dgm:pt modelId="{E1468197-6093-4422-935E-A9C9CEE15D5A}">
      <dgm:prSet/>
      <dgm:spPr/>
      <dgm:t>
        <a:bodyPr/>
        <a:lstStyle/>
        <a:p>
          <a:r>
            <a:rPr lang="en-US"/>
            <a:t>Mutability rules</a:t>
          </a:r>
        </a:p>
      </dgm:t>
    </dgm:pt>
    <dgm:pt modelId="{874F529A-A02B-4876-BEBC-27492150E83B}" type="parTrans" cxnId="{9E8733CB-24FC-44BB-8B03-31A8B1AAC9F8}">
      <dgm:prSet/>
      <dgm:spPr/>
      <dgm:t>
        <a:bodyPr/>
        <a:lstStyle/>
        <a:p>
          <a:endParaRPr lang="en-US"/>
        </a:p>
      </dgm:t>
    </dgm:pt>
    <dgm:pt modelId="{97E29C27-7F41-4888-BCB6-BAD25E9F150F}" type="sibTrans" cxnId="{9E8733CB-24FC-44BB-8B03-31A8B1AAC9F8}">
      <dgm:prSet/>
      <dgm:spPr/>
      <dgm:t>
        <a:bodyPr/>
        <a:lstStyle/>
        <a:p>
          <a:endParaRPr lang="en-US"/>
        </a:p>
      </dgm:t>
    </dgm:pt>
    <dgm:pt modelId="{CC0AA010-0BA1-4F5E-B00A-33F55C4EC7B8}" type="pres">
      <dgm:prSet presAssocID="{91CDD602-645A-4D79-9B56-016F1B5F9FFC}" presName="linear" presStyleCnt="0">
        <dgm:presLayoutVars>
          <dgm:animLvl val="lvl"/>
          <dgm:resizeHandles val="exact"/>
        </dgm:presLayoutVars>
      </dgm:prSet>
      <dgm:spPr/>
    </dgm:pt>
    <dgm:pt modelId="{21679579-1003-4BB4-AA32-23E011D1B276}" type="pres">
      <dgm:prSet presAssocID="{7C092FFA-B5E4-4BFE-8DFD-F213EE4C9CC2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33E1D080-75E0-4597-BE24-EF3850E3C22F}" type="pres">
      <dgm:prSet presAssocID="{4764AE9B-AED3-4AF8-BD03-61B36DD9490E}" presName="spacer" presStyleCnt="0"/>
      <dgm:spPr/>
    </dgm:pt>
    <dgm:pt modelId="{9A31FC2D-5A5C-47FC-8788-0C42AC73ACDF}" type="pres">
      <dgm:prSet presAssocID="{AE8031C1-21CE-46FC-859F-E7B54C7A0624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7C5CEA7B-230C-4307-AA26-5E8657E86E48}" type="pres">
      <dgm:prSet presAssocID="{3159B7F5-1129-412D-9E8E-681946B28619}" presName="spacer" presStyleCnt="0"/>
      <dgm:spPr/>
    </dgm:pt>
    <dgm:pt modelId="{90B621C9-466F-4A8A-A32E-C06F6326021F}" type="pres">
      <dgm:prSet presAssocID="{656FA878-88DE-4475-8CCD-351AB46FE282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BA3D0C48-5D18-4322-B467-A4591C26E52B}" type="pres">
      <dgm:prSet presAssocID="{28F444AD-B0CD-4E51-B75E-CF0B5D9D5B2B}" presName="spacer" presStyleCnt="0"/>
      <dgm:spPr/>
    </dgm:pt>
    <dgm:pt modelId="{36E1502B-5E0E-420D-9EFD-7824E71C8B2D}" type="pres">
      <dgm:prSet presAssocID="{E1468197-6093-4422-935E-A9C9CEE15D5A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6E33D124-AB79-4F96-9CC5-09E89ACA88F4}" type="presOf" srcId="{E1468197-6093-4422-935E-A9C9CEE15D5A}" destId="{36E1502B-5E0E-420D-9EFD-7824E71C8B2D}" srcOrd="0" destOrd="0" presId="urn:microsoft.com/office/officeart/2005/8/layout/vList2"/>
    <dgm:cxn modelId="{AEA2B634-9A22-4A87-A3E1-3F06B5A8F843}" type="presOf" srcId="{656FA878-88DE-4475-8CCD-351AB46FE282}" destId="{90B621C9-466F-4A8A-A32E-C06F6326021F}" srcOrd="0" destOrd="0" presId="urn:microsoft.com/office/officeart/2005/8/layout/vList2"/>
    <dgm:cxn modelId="{CDEB5C8C-D9C8-447A-B56F-B3AED736025C}" srcId="{91CDD602-645A-4D79-9B56-016F1B5F9FFC}" destId="{656FA878-88DE-4475-8CCD-351AB46FE282}" srcOrd="2" destOrd="0" parTransId="{823B46A9-7486-470A-BF33-30369ED02CD6}" sibTransId="{28F444AD-B0CD-4E51-B75E-CF0B5D9D5B2B}"/>
    <dgm:cxn modelId="{A4BD9D93-D98D-4BE9-BEB8-05106F03464F}" srcId="{91CDD602-645A-4D79-9B56-016F1B5F9FFC}" destId="{AE8031C1-21CE-46FC-859F-E7B54C7A0624}" srcOrd="1" destOrd="0" parTransId="{2888EE86-1977-4F42-98A9-DD3C49D83D72}" sibTransId="{3159B7F5-1129-412D-9E8E-681946B28619}"/>
    <dgm:cxn modelId="{0576C295-FC4D-4A21-B40C-79B6440A2F03}" type="presOf" srcId="{AE8031C1-21CE-46FC-859F-E7B54C7A0624}" destId="{9A31FC2D-5A5C-47FC-8788-0C42AC73ACDF}" srcOrd="0" destOrd="0" presId="urn:microsoft.com/office/officeart/2005/8/layout/vList2"/>
    <dgm:cxn modelId="{27F856A2-6D0D-4BC2-967B-F98821192FE2}" srcId="{91CDD602-645A-4D79-9B56-016F1B5F9FFC}" destId="{7C092FFA-B5E4-4BFE-8DFD-F213EE4C9CC2}" srcOrd="0" destOrd="0" parTransId="{8CBAD850-68E5-4107-8BEC-AB5DF0B2F7DC}" sibTransId="{4764AE9B-AED3-4AF8-BD03-61B36DD9490E}"/>
    <dgm:cxn modelId="{40236BC0-8D15-462F-881E-C6C5CA1F6D2C}" type="presOf" srcId="{7C092FFA-B5E4-4BFE-8DFD-F213EE4C9CC2}" destId="{21679579-1003-4BB4-AA32-23E011D1B276}" srcOrd="0" destOrd="0" presId="urn:microsoft.com/office/officeart/2005/8/layout/vList2"/>
    <dgm:cxn modelId="{4DE372C3-44CA-4E1D-A899-BA5539178769}" type="presOf" srcId="{91CDD602-645A-4D79-9B56-016F1B5F9FFC}" destId="{CC0AA010-0BA1-4F5E-B00A-33F55C4EC7B8}" srcOrd="0" destOrd="0" presId="urn:microsoft.com/office/officeart/2005/8/layout/vList2"/>
    <dgm:cxn modelId="{9E8733CB-24FC-44BB-8B03-31A8B1AAC9F8}" srcId="{91CDD602-645A-4D79-9B56-016F1B5F9FFC}" destId="{E1468197-6093-4422-935E-A9C9CEE15D5A}" srcOrd="3" destOrd="0" parTransId="{874F529A-A02B-4876-BEBC-27492150E83B}" sibTransId="{97E29C27-7F41-4888-BCB6-BAD25E9F150F}"/>
    <dgm:cxn modelId="{4D3D5441-F069-4430-A4CD-3C616E2626B0}" type="presParOf" srcId="{CC0AA010-0BA1-4F5E-B00A-33F55C4EC7B8}" destId="{21679579-1003-4BB4-AA32-23E011D1B276}" srcOrd="0" destOrd="0" presId="urn:microsoft.com/office/officeart/2005/8/layout/vList2"/>
    <dgm:cxn modelId="{2B10B431-1516-4B1A-A897-B5E90C13A685}" type="presParOf" srcId="{CC0AA010-0BA1-4F5E-B00A-33F55C4EC7B8}" destId="{33E1D080-75E0-4597-BE24-EF3850E3C22F}" srcOrd="1" destOrd="0" presId="urn:microsoft.com/office/officeart/2005/8/layout/vList2"/>
    <dgm:cxn modelId="{C9F109A2-8668-45B4-A6A8-66FEF28D4A32}" type="presParOf" srcId="{CC0AA010-0BA1-4F5E-B00A-33F55C4EC7B8}" destId="{9A31FC2D-5A5C-47FC-8788-0C42AC73ACDF}" srcOrd="2" destOrd="0" presId="urn:microsoft.com/office/officeart/2005/8/layout/vList2"/>
    <dgm:cxn modelId="{21CECF1A-ADAD-4F29-AE06-51D9529A5F0E}" type="presParOf" srcId="{CC0AA010-0BA1-4F5E-B00A-33F55C4EC7B8}" destId="{7C5CEA7B-230C-4307-AA26-5E8657E86E48}" srcOrd="3" destOrd="0" presId="urn:microsoft.com/office/officeart/2005/8/layout/vList2"/>
    <dgm:cxn modelId="{3FD3DFAF-E1FE-4E49-B20F-62542BE00C95}" type="presParOf" srcId="{CC0AA010-0BA1-4F5E-B00A-33F55C4EC7B8}" destId="{90B621C9-466F-4A8A-A32E-C06F6326021F}" srcOrd="4" destOrd="0" presId="urn:microsoft.com/office/officeart/2005/8/layout/vList2"/>
    <dgm:cxn modelId="{975C2B26-3D7E-4142-83E0-4238384C4449}" type="presParOf" srcId="{CC0AA010-0BA1-4F5E-B00A-33F55C4EC7B8}" destId="{BA3D0C48-5D18-4322-B467-A4591C26E52B}" srcOrd="5" destOrd="0" presId="urn:microsoft.com/office/officeart/2005/8/layout/vList2"/>
    <dgm:cxn modelId="{05EE312B-0883-4EB1-87D1-F7F554FBD59F}" type="presParOf" srcId="{CC0AA010-0BA1-4F5E-B00A-33F55C4EC7B8}" destId="{36E1502B-5E0E-420D-9EFD-7824E71C8B2D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1F6D336-A03B-4FCC-B15A-4A590B7389A6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50832032-95F5-42E8-B06E-56F9A29F860E}">
      <dgm:prSet/>
      <dgm:spPr/>
      <dgm:t>
        <a:bodyPr/>
        <a:lstStyle/>
        <a:p>
          <a:r>
            <a:rPr lang="en-US"/>
            <a:t>Python gives many </a:t>
          </a:r>
          <a:r>
            <a:rPr lang="en-US" b="1"/>
            <a:t>ready-made data types</a:t>
          </a:r>
          <a:r>
            <a:rPr lang="en-US"/>
            <a:t> like list, tuple, set, and dictionary.</a:t>
          </a:r>
        </a:p>
      </dgm:t>
    </dgm:pt>
    <dgm:pt modelId="{DEBB8AFB-4B23-4935-AA64-214C9B0FEFB0}" type="parTrans" cxnId="{B7F55E0B-1042-4E5E-A071-9559CB7112BA}">
      <dgm:prSet/>
      <dgm:spPr/>
      <dgm:t>
        <a:bodyPr/>
        <a:lstStyle/>
        <a:p>
          <a:endParaRPr lang="en-US"/>
        </a:p>
      </dgm:t>
    </dgm:pt>
    <dgm:pt modelId="{33A771C9-BFF5-4E9E-A823-65A38BBC7087}" type="sibTrans" cxnId="{B7F55E0B-1042-4E5E-A071-9559CB7112BA}">
      <dgm:prSet/>
      <dgm:spPr/>
      <dgm:t>
        <a:bodyPr/>
        <a:lstStyle/>
        <a:p>
          <a:endParaRPr lang="en-US"/>
        </a:p>
      </dgm:t>
    </dgm:pt>
    <dgm:pt modelId="{D887F657-D8AF-4A87-B36F-9B7D58ECA23D}">
      <dgm:prSet/>
      <dgm:spPr/>
      <dgm:t>
        <a:bodyPr/>
        <a:lstStyle/>
        <a:p>
          <a:r>
            <a:rPr lang="en-US"/>
            <a:t>In many other languages, these structures are not built-in or need extra code to create.</a:t>
          </a:r>
        </a:p>
      </dgm:t>
    </dgm:pt>
    <dgm:pt modelId="{F840C8F3-F951-4139-B31D-D54C4F579D1B}" type="parTrans" cxnId="{3914A1EB-6F6E-4C38-8D2C-0A5DF3052033}">
      <dgm:prSet/>
      <dgm:spPr/>
      <dgm:t>
        <a:bodyPr/>
        <a:lstStyle/>
        <a:p>
          <a:endParaRPr lang="en-US"/>
        </a:p>
      </dgm:t>
    </dgm:pt>
    <dgm:pt modelId="{47606E27-85D5-4668-885E-B0A988856F45}" type="sibTrans" cxnId="{3914A1EB-6F6E-4C38-8D2C-0A5DF3052033}">
      <dgm:prSet/>
      <dgm:spPr/>
      <dgm:t>
        <a:bodyPr/>
        <a:lstStyle/>
        <a:p>
          <a:endParaRPr lang="en-US"/>
        </a:p>
      </dgm:t>
    </dgm:pt>
    <dgm:pt modelId="{6608A1F3-43AB-4C12-B0B8-F7BED8003C6F}" type="pres">
      <dgm:prSet presAssocID="{41F6D336-A03B-4FCC-B15A-4A590B7389A6}" presName="linear" presStyleCnt="0">
        <dgm:presLayoutVars>
          <dgm:animLvl val="lvl"/>
          <dgm:resizeHandles val="exact"/>
        </dgm:presLayoutVars>
      </dgm:prSet>
      <dgm:spPr/>
    </dgm:pt>
    <dgm:pt modelId="{3E16E5CF-FCBE-49F0-886A-F8F55E57E7B1}" type="pres">
      <dgm:prSet presAssocID="{50832032-95F5-42E8-B06E-56F9A29F860E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EF974ACB-D019-47D9-9C21-1DF690321171}" type="pres">
      <dgm:prSet presAssocID="{33A771C9-BFF5-4E9E-A823-65A38BBC7087}" presName="spacer" presStyleCnt="0"/>
      <dgm:spPr/>
    </dgm:pt>
    <dgm:pt modelId="{BF4145E3-21FC-4461-BE05-1A83EC504E8E}" type="pres">
      <dgm:prSet presAssocID="{D887F657-D8AF-4A87-B36F-9B7D58ECA23D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B7F55E0B-1042-4E5E-A071-9559CB7112BA}" srcId="{41F6D336-A03B-4FCC-B15A-4A590B7389A6}" destId="{50832032-95F5-42E8-B06E-56F9A29F860E}" srcOrd="0" destOrd="0" parTransId="{DEBB8AFB-4B23-4935-AA64-214C9B0FEFB0}" sibTransId="{33A771C9-BFF5-4E9E-A823-65A38BBC7087}"/>
    <dgm:cxn modelId="{7E0D0214-B53C-4BE9-9786-113F24C2877A}" type="presOf" srcId="{50832032-95F5-42E8-B06E-56F9A29F860E}" destId="{3E16E5CF-FCBE-49F0-886A-F8F55E57E7B1}" srcOrd="0" destOrd="0" presId="urn:microsoft.com/office/officeart/2005/8/layout/vList2"/>
    <dgm:cxn modelId="{4686745F-2946-420E-B827-D6403950B113}" type="presOf" srcId="{D887F657-D8AF-4A87-B36F-9B7D58ECA23D}" destId="{BF4145E3-21FC-4461-BE05-1A83EC504E8E}" srcOrd="0" destOrd="0" presId="urn:microsoft.com/office/officeart/2005/8/layout/vList2"/>
    <dgm:cxn modelId="{EA07D0E0-7503-4941-8674-AA33019ADF47}" type="presOf" srcId="{41F6D336-A03B-4FCC-B15A-4A590B7389A6}" destId="{6608A1F3-43AB-4C12-B0B8-F7BED8003C6F}" srcOrd="0" destOrd="0" presId="urn:microsoft.com/office/officeart/2005/8/layout/vList2"/>
    <dgm:cxn modelId="{3914A1EB-6F6E-4C38-8D2C-0A5DF3052033}" srcId="{41F6D336-A03B-4FCC-B15A-4A590B7389A6}" destId="{D887F657-D8AF-4A87-B36F-9B7D58ECA23D}" srcOrd="1" destOrd="0" parTransId="{F840C8F3-F951-4139-B31D-D54C4F579D1B}" sibTransId="{47606E27-85D5-4668-885E-B0A988856F45}"/>
    <dgm:cxn modelId="{1B9F1805-409B-451C-BA05-0FB5D5A05A34}" type="presParOf" srcId="{6608A1F3-43AB-4C12-B0B8-F7BED8003C6F}" destId="{3E16E5CF-FCBE-49F0-886A-F8F55E57E7B1}" srcOrd="0" destOrd="0" presId="urn:microsoft.com/office/officeart/2005/8/layout/vList2"/>
    <dgm:cxn modelId="{B26D9B87-990B-4F1C-9352-330C40A44CAD}" type="presParOf" srcId="{6608A1F3-43AB-4C12-B0B8-F7BED8003C6F}" destId="{EF974ACB-D019-47D9-9C21-1DF690321171}" srcOrd="1" destOrd="0" presId="urn:microsoft.com/office/officeart/2005/8/layout/vList2"/>
    <dgm:cxn modelId="{724AA007-3B88-44F7-81D8-E2C075794CBD}" type="presParOf" srcId="{6608A1F3-43AB-4C12-B0B8-F7BED8003C6F}" destId="{BF4145E3-21FC-4461-BE05-1A83EC504E8E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F4A1675-8968-4126-B6E9-42DCE2AE4A38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61DEA56-AC26-448B-B99A-8B5081B1D574}">
      <dgm:prSet/>
      <dgm:spPr/>
      <dgm:t>
        <a:bodyPr/>
        <a:lstStyle/>
        <a:p>
          <a:r>
            <a:rPr lang="en-US"/>
            <a:t>Python </a:t>
          </a:r>
          <a:r>
            <a:rPr lang="en-US" b="1"/>
            <a:t>manages memory automatically</a:t>
          </a:r>
          <a:r>
            <a:rPr lang="en-US"/>
            <a:t> using garbage collection.</a:t>
          </a:r>
        </a:p>
      </dgm:t>
    </dgm:pt>
    <dgm:pt modelId="{BEC5AD13-D4A5-4D0D-841C-81E3DCCD30BB}" type="parTrans" cxnId="{1B43394C-7FB3-427E-BB4B-6B6F3BAA8732}">
      <dgm:prSet/>
      <dgm:spPr/>
      <dgm:t>
        <a:bodyPr/>
        <a:lstStyle/>
        <a:p>
          <a:endParaRPr lang="en-US"/>
        </a:p>
      </dgm:t>
    </dgm:pt>
    <dgm:pt modelId="{785C4F96-E91F-42A8-AADB-06F946CEB7C0}" type="sibTrans" cxnId="{1B43394C-7FB3-427E-BB4B-6B6F3BAA8732}">
      <dgm:prSet/>
      <dgm:spPr/>
      <dgm:t>
        <a:bodyPr/>
        <a:lstStyle/>
        <a:p>
          <a:endParaRPr lang="en-US"/>
        </a:p>
      </dgm:t>
    </dgm:pt>
    <dgm:pt modelId="{8506448C-B742-4BAE-A91B-C3B561498706}">
      <dgm:prSet/>
      <dgm:spPr/>
      <dgm:t>
        <a:bodyPr/>
        <a:lstStyle/>
        <a:p>
          <a:r>
            <a:rPr lang="en-US"/>
            <a:t>In languages like C/C++, the programmer must </a:t>
          </a:r>
          <a:r>
            <a:rPr lang="en-US" b="1"/>
            <a:t>manually free and manage memory</a:t>
          </a:r>
          <a:r>
            <a:rPr lang="en-US"/>
            <a:t>.</a:t>
          </a:r>
        </a:p>
      </dgm:t>
    </dgm:pt>
    <dgm:pt modelId="{8E9651BA-56B9-465E-909C-90C3F4941A5E}" type="parTrans" cxnId="{1497B9A3-F61A-45BE-B964-93284A702028}">
      <dgm:prSet/>
      <dgm:spPr/>
      <dgm:t>
        <a:bodyPr/>
        <a:lstStyle/>
        <a:p>
          <a:endParaRPr lang="en-US"/>
        </a:p>
      </dgm:t>
    </dgm:pt>
    <dgm:pt modelId="{18B70337-9777-40CE-AC77-915D43DA2A00}" type="sibTrans" cxnId="{1497B9A3-F61A-45BE-B964-93284A702028}">
      <dgm:prSet/>
      <dgm:spPr/>
      <dgm:t>
        <a:bodyPr/>
        <a:lstStyle/>
        <a:p>
          <a:endParaRPr lang="en-US"/>
        </a:p>
      </dgm:t>
    </dgm:pt>
    <dgm:pt modelId="{43CA268C-6F2B-4909-8639-D76CF834DD5E}" type="pres">
      <dgm:prSet presAssocID="{6F4A1675-8968-4126-B6E9-42DCE2AE4A38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E05873D9-3478-4D51-8C60-8FDA3A294946}" type="pres">
      <dgm:prSet presAssocID="{561DEA56-AC26-448B-B99A-8B5081B1D574}" presName="hierRoot1" presStyleCnt="0"/>
      <dgm:spPr/>
    </dgm:pt>
    <dgm:pt modelId="{7296F6F7-88D5-449D-BFCA-5E48189243EA}" type="pres">
      <dgm:prSet presAssocID="{561DEA56-AC26-448B-B99A-8B5081B1D574}" presName="composite" presStyleCnt="0"/>
      <dgm:spPr/>
    </dgm:pt>
    <dgm:pt modelId="{F7E8FA25-A4D7-4FFA-868C-BBBC9EFA8F34}" type="pres">
      <dgm:prSet presAssocID="{561DEA56-AC26-448B-B99A-8B5081B1D574}" presName="background" presStyleLbl="node0" presStyleIdx="0" presStyleCnt="2"/>
      <dgm:spPr/>
    </dgm:pt>
    <dgm:pt modelId="{92630C8D-58A2-4958-9F5F-6856F8024D45}" type="pres">
      <dgm:prSet presAssocID="{561DEA56-AC26-448B-B99A-8B5081B1D574}" presName="text" presStyleLbl="fgAcc0" presStyleIdx="0" presStyleCnt="2">
        <dgm:presLayoutVars>
          <dgm:chPref val="3"/>
        </dgm:presLayoutVars>
      </dgm:prSet>
      <dgm:spPr/>
    </dgm:pt>
    <dgm:pt modelId="{BACC44A5-7C2C-41A1-AF9B-0E0E745EE055}" type="pres">
      <dgm:prSet presAssocID="{561DEA56-AC26-448B-B99A-8B5081B1D574}" presName="hierChild2" presStyleCnt="0"/>
      <dgm:spPr/>
    </dgm:pt>
    <dgm:pt modelId="{757AE2EA-4D23-4611-A27A-EB1CE7908F03}" type="pres">
      <dgm:prSet presAssocID="{8506448C-B742-4BAE-A91B-C3B561498706}" presName="hierRoot1" presStyleCnt="0"/>
      <dgm:spPr/>
    </dgm:pt>
    <dgm:pt modelId="{42376290-F087-4694-92D4-2AC3CF190ACB}" type="pres">
      <dgm:prSet presAssocID="{8506448C-B742-4BAE-A91B-C3B561498706}" presName="composite" presStyleCnt="0"/>
      <dgm:spPr/>
    </dgm:pt>
    <dgm:pt modelId="{1CC707F2-55DC-41C5-9D8A-0F866604D3C3}" type="pres">
      <dgm:prSet presAssocID="{8506448C-B742-4BAE-A91B-C3B561498706}" presName="background" presStyleLbl="node0" presStyleIdx="1" presStyleCnt="2"/>
      <dgm:spPr/>
    </dgm:pt>
    <dgm:pt modelId="{651D5749-6885-42BE-A76F-6D4D4F253AA8}" type="pres">
      <dgm:prSet presAssocID="{8506448C-B742-4BAE-A91B-C3B561498706}" presName="text" presStyleLbl="fgAcc0" presStyleIdx="1" presStyleCnt="2">
        <dgm:presLayoutVars>
          <dgm:chPref val="3"/>
        </dgm:presLayoutVars>
      </dgm:prSet>
      <dgm:spPr/>
    </dgm:pt>
    <dgm:pt modelId="{49062B85-C840-4981-A90C-98F1161BAD98}" type="pres">
      <dgm:prSet presAssocID="{8506448C-B742-4BAE-A91B-C3B561498706}" presName="hierChild2" presStyleCnt="0"/>
      <dgm:spPr/>
    </dgm:pt>
  </dgm:ptLst>
  <dgm:cxnLst>
    <dgm:cxn modelId="{ABD3A61C-8D3A-4E52-A5AA-265A41183ED4}" type="presOf" srcId="{8506448C-B742-4BAE-A91B-C3B561498706}" destId="{651D5749-6885-42BE-A76F-6D4D4F253AA8}" srcOrd="0" destOrd="0" presId="urn:microsoft.com/office/officeart/2005/8/layout/hierarchy1"/>
    <dgm:cxn modelId="{646B631D-5EA5-4205-823E-782CFC350061}" type="presOf" srcId="{561DEA56-AC26-448B-B99A-8B5081B1D574}" destId="{92630C8D-58A2-4958-9F5F-6856F8024D45}" srcOrd="0" destOrd="0" presId="urn:microsoft.com/office/officeart/2005/8/layout/hierarchy1"/>
    <dgm:cxn modelId="{5F0E1743-AF5A-429A-9077-A51B190F276C}" type="presOf" srcId="{6F4A1675-8968-4126-B6E9-42DCE2AE4A38}" destId="{43CA268C-6F2B-4909-8639-D76CF834DD5E}" srcOrd="0" destOrd="0" presId="urn:microsoft.com/office/officeart/2005/8/layout/hierarchy1"/>
    <dgm:cxn modelId="{1B43394C-7FB3-427E-BB4B-6B6F3BAA8732}" srcId="{6F4A1675-8968-4126-B6E9-42DCE2AE4A38}" destId="{561DEA56-AC26-448B-B99A-8B5081B1D574}" srcOrd="0" destOrd="0" parTransId="{BEC5AD13-D4A5-4D0D-841C-81E3DCCD30BB}" sibTransId="{785C4F96-E91F-42A8-AADB-06F946CEB7C0}"/>
    <dgm:cxn modelId="{1497B9A3-F61A-45BE-B964-93284A702028}" srcId="{6F4A1675-8968-4126-B6E9-42DCE2AE4A38}" destId="{8506448C-B742-4BAE-A91B-C3B561498706}" srcOrd="1" destOrd="0" parTransId="{8E9651BA-56B9-465E-909C-90C3F4941A5E}" sibTransId="{18B70337-9777-40CE-AC77-915D43DA2A00}"/>
    <dgm:cxn modelId="{8F410D48-510E-4F2F-9030-5F5255FD68BB}" type="presParOf" srcId="{43CA268C-6F2B-4909-8639-D76CF834DD5E}" destId="{E05873D9-3478-4D51-8C60-8FDA3A294946}" srcOrd="0" destOrd="0" presId="urn:microsoft.com/office/officeart/2005/8/layout/hierarchy1"/>
    <dgm:cxn modelId="{47D7CDFD-D9CB-40A4-AB30-8375DA46C98F}" type="presParOf" srcId="{E05873D9-3478-4D51-8C60-8FDA3A294946}" destId="{7296F6F7-88D5-449D-BFCA-5E48189243EA}" srcOrd="0" destOrd="0" presId="urn:microsoft.com/office/officeart/2005/8/layout/hierarchy1"/>
    <dgm:cxn modelId="{8F707A86-33D1-4C69-857A-01585EF3F80C}" type="presParOf" srcId="{7296F6F7-88D5-449D-BFCA-5E48189243EA}" destId="{F7E8FA25-A4D7-4FFA-868C-BBBC9EFA8F34}" srcOrd="0" destOrd="0" presId="urn:microsoft.com/office/officeart/2005/8/layout/hierarchy1"/>
    <dgm:cxn modelId="{4DA6AF28-5C01-46D4-9D8E-4CDDFA964F1D}" type="presParOf" srcId="{7296F6F7-88D5-449D-BFCA-5E48189243EA}" destId="{92630C8D-58A2-4958-9F5F-6856F8024D45}" srcOrd="1" destOrd="0" presId="urn:microsoft.com/office/officeart/2005/8/layout/hierarchy1"/>
    <dgm:cxn modelId="{E24131BB-9488-42A1-83A1-B939031A4C21}" type="presParOf" srcId="{E05873D9-3478-4D51-8C60-8FDA3A294946}" destId="{BACC44A5-7C2C-41A1-AF9B-0E0E745EE055}" srcOrd="1" destOrd="0" presId="urn:microsoft.com/office/officeart/2005/8/layout/hierarchy1"/>
    <dgm:cxn modelId="{60D5EEC2-D896-4B0C-AC8F-B7D4F0788580}" type="presParOf" srcId="{43CA268C-6F2B-4909-8639-D76CF834DD5E}" destId="{757AE2EA-4D23-4611-A27A-EB1CE7908F03}" srcOrd="1" destOrd="0" presId="urn:microsoft.com/office/officeart/2005/8/layout/hierarchy1"/>
    <dgm:cxn modelId="{2B5639B2-8E82-400E-84D2-FB332D5CABD5}" type="presParOf" srcId="{757AE2EA-4D23-4611-A27A-EB1CE7908F03}" destId="{42376290-F087-4694-92D4-2AC3CF190ACB}" srcOrd="0" destOrd="0" presId="urn:microsoft.com/office/officeart/2005/8/layout/hierarchy1"/>
    <dgm:cxn modelId="{105BE667-0A58-40C0-B5A3-DBDDF2AC03B4}" type="presParOf" srcId="{42376290-F087-4694-92D4-2AC3CF190ACB}" destId="{1CC707F2-55DC-41C5-9D8A-0F866604D3C3}" srcOrd="0" destOrd="0" presId="urn:microsoft.com/office/officeart/2005/8/layout/hierarchy1"/>
    <dgm:cxn modelId="{ADE5B453-E6BA-47F3-8A4D-5EC89A15A6B9}" type="presParOf" srcId="{42376290-F087-4694-92D4-2AC3CF190ACB}" destId="{651D5749-6885-42BE-A76F-6D4D4F253AA8}" srcOrd="1" destOrd="0" presId="urn:microsoft.com/office/officeart/2005/8/layout/hierarchy1"/>
    <dgm:cxn modelId="{12902958-88C4-4990-B5B5-A8C97633D06F}" type="presParOf" srcId="{757AE2EA-4D23-4611-A27A-EB1CE7908F03}" destId="{49062B85-C840-4981-A90C-98F1161BAD98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679579-1003-4BB4-AA32-23E011D1B276}">
      <dsp:nvSpPr>
        <dsp:cNvPr id="0" name=""/>
        <dsp:cNvSpPr/>
      </dsp:nvSpPr>
      <dsp:spPr>
        <a:xfrm>
          <a:off x="0" y="30"/>
          <a:ext cx="5175384" cy="13127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Typing system (dynamic vs static)</a:t>
          </a:r>
        </a:p>
      </dsp:txBody>
      <dsp:txXfrm>
        <a:off x="64083" y="64113"/>
        <a:ext cx="5047218" cy="1184574"/>
      </dsp:txXfrm>
    </dsp:sp>
    <dsp:sp modelId="{9A31FC2D-5A5C-47FC-8788-0C42AC73ACDF}">
      <dsp:nvSpPr>
        <dsp:cNvPr id="0" name=""/>
        <dsp:cNvSpPr/>
      </dsp:nvSpPr>
      <dsp:spPr>
        <a:xfrm>
          <a:off x="0" y="1407810"/>
          <a:ext cx="5175384" cy="1312740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Built-in Data structures</a:t>
          </a:r>
        </a:p>
      </dsp:txBody>
      <dsp:txXfrm>
        <a:off x="64083" y="1471893"/>
        <a:ext cx="5047218" cy="1184574"/>
      </dsp:txXfrm>
    </dsp:sp>
    <dsp:sp modelId="{90B621C9-466F-4A8A-A32E-C06F6326021F}">
      <dsp:nvSpPr>
        <dsp:cNvPr id="0" name=""/>
        <dsp:cNvSpPr/>
      </dsp:nvSpPr>
      <dsp:spPr>
        <a:xfrm>
          <a:off x="0" y="2815590"/>
          <a:ext cx="5175384" cy="1312740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Memory management</a:t>
          </a:r>
        </a:p>
      </dsp:txBody>
      <dsp:txXfrm>
        <a:off x="64083" y="2879673"/>
        <a:ext cx="5047218" cy="1184574"/>
      </dsp:txXfrm>
    </dsp:sp>
    <dsp:sp modelId="{36E1502B-5E0E-420D-9EFD-7824E71C8B2D}">
      <dsp:nvSpPr>
        <dsp:cNvPr id="0" name=""/>
        <dsp:cNvSpPr/>
      </dsp:nvSpPr>
      <dsp:spPr>
        <a:xfrm>
          <a:off x="0" y="4223370"/>
          <a:ext cx="5175384" cy="131274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Mutability rules</a:t>
          </a:r>
        </a:p>
      </dsp:txBody>
      <dsp:txXfrm>
        <a:off x="64083" y="4287453"/>
        <a:ext cx="5047218" cy="118457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16E5CF-FCBE-49F0-886A-F8F55E57E7B1}">
      <dsp:nvSpPr>
        <dsp:cNvPr id="0" name=""/>
        <dsp:cNvSpPr/>
      </dsp:nvSpPr>
      <dsp:spPr>
        <a:xfrm>
          <a:off x="0" y="282498"/>
          <a:ext cx="5000124" cy="2395501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Python gives many </a:t>
          </a:r>
          <a:r>
            <a:rPr lang="en-US" sz="3400" b="1" kern="1200"/>
            <a:t>ready-made data types</a:t>
          </a:r>
          <a:r>
            <a:rPr lang="en-US" sz="3400" kern="1200"/>
            <a:t> like list, tuple, set, and dictionary.</a:t>
          </a:r>
        </a:p>
      </dsp:txBody>
      <dsp:txXfrm>
        <a:off x="116939" y="399437"/>
        <a:ext cx="4766246" cy="2161623"/>
      </dsp:txXfrm>
    </dsp:sp>
    <dsp:sp modelId="{BF4145E3-21FC-4461-BE05-1A83EC504E8E}">
      <dsp:nvSpPr>
        <dsp:cNvPr id="0" name=""/>
        <dsp:cNvSpPr/>
      </dsp:nvSpPr>
      <dsp:spPr>
        <a:xfrm>
          <a:off x="0" y="2775920"/>
          <a:ext cx="5000124" cy="2395501"/>
        </a:xfrm>
        <a:prstGeom prst="round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In many other languages, these structures are not built-in or need extra code to create.</a:t>
          </a:r>
        </a:p>
      </dsp:txBody>
      <dsp:txXfrm>
        <a:off x="116939" y="2892859"/>
        <a:ext cx="4766246" cy="216162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E8FA25-A4D7-4FFA-868C-BBBC9EFA8F34}">
      <dsp:nvSpPr>
        <dsp:cNvPr id="0" name=""/>
        <dsp:cNvSpPr/>
      </dsp:nvSpPr>
      <dsp:spPr>
        <a:xfrm>
          <a:off x="950" y="370032"/>
          <a:ext cx="3335112" cy="21177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630C8D-58A2-4958-9F5F-6856F8024D45}">
      <dsp:nvSpPr>
        <dsp:cNvPr id="0" name=""/>
        <dsp:cNvSpPr/>
      </dsp:nvSpPr>
      <dsp:spPr>
        <a:xfrm>
          <a:off x="371518" y="722072"/>
          <a:ext cx="3335112" cy="211779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Python </a:t>
          </a:r>
          <a:r>
            <a:rPr lang="en-US" sz="2500" b="1" kern="1200"/>
            <a:t>manages memory automatically</a:t>
          </a:r>
          <a:r>
            <a:rPr lang="en-US" sz="2500" kern="1200"/>
            <a:t> using garbage collection.</a:t>
          </a:r>
        </a:p>
      </dsp:txBody>
      <dsp:txXfrm>
        <a:off x="433546" y="784100"/>
        <a:ext cx="3211056" cy="1993740"/>
      </dsp:txXfrm>
    </dsp:sp>
    <dsp:sp modelId="{1CC707F2-55DC-41C5-9D8A-0F866604D3C3}">
      <dsp:nvSpPr>
        <dsp:cNvPr id="0" name=""/>
        <dsp:cNvSpPr/>
      </dsp:nvSpPr>
      <dsp:spPr>
        <a:xfrm>
          <a:off x="4077199" y="370032"/>
          <a:ext cx="3335112" cy="21177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1D5749-6885-42BE-A76F-6D4D4F253AA8}">
      <dsp:nvSpPr>
        <dsp:cNvPr id="0" name=""/>
        <dsp:cNvSpPr/>
      </dsp:nvSpPr>
      <dsp:spPr>
        <a:xfrm>
          <a:off x="4447767" y="722072"/>
          <a:ext cx="3335112" cy="211779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In languages like C/C++, the programmer must </a:t>
          </a:r>
          <a:r>
            <a:rPr lang="en-US" sz="2500" b="1" kern="1200"/>
            <a:t>manually free and manage memory</a:t>
          </a:r>
          <a:r>
            <a:rPr lang="en-US" sz="2500" kern="1200"/>
            <a:t>.</a:t>
          </a:r>
        </a:p>
      </dsp:txBody>
      <dsp:txXfrm>
        <a:off x="4509795" y="784100"/>
        <a:ext cx="3211056" cy="19937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3" name="Rectangle 52">
            <a:extLst>
              <a:ext uri="{FF2B5EF4-FFF2-40B4-BE49-F238E27FC236}">
                <a16:creationId xmlns:a16="http://schemas.microsoft.com/office/drawing/2014/main" id="{59EF30C2-29AC-4A0D-BC0A-A679CF113E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Freeform 13">
            <a:extLst>
              <a:ext uri="{FF2B5EF4-FFF2-40B4-BE49-F238E27FC236}">
                <a16:creationId xmlns:a16="http://schemas.microsoft.com/office/drawing/2014/main" id="{9C682A1A-5B2D-4111-BBD6-620165633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00375" y="1087403"/>
            <a:ext cx="6143625" cy="5770597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20140" y="2744662"/>
            <a:ext cx="4942280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>
              <a:lnSpc>
                <a:spcPct val="90000"/>
              </a:lnSpc>
            </a:pPr>
            <a:r>
              <a:rPr lang="en-US" sz="38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Comparison of Python Data Types with Other Programming Languages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266A0658-1CC4-4B0D-AAB7-A702286AFB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04680" y="183933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A04F1504-431A-4D86-9091-AE7E4B3337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69261" y="1"/>
            <a:ext cx="1709806" cy="1267785"/>
          </a:xfrm>
          <a:custGeom>
            <a:avLst/>
            <a:gdLst>
              <a:gd name="connsiteX0" fmla="*/ 0 w 2279742"/>
              <a:gd name="connsiteY0" fmla="*/ 0 h 1267785"/>
              <a:gd name="connsiteX1" fmla="*/ 138700 w 2279742"/>
              <a:gd name="connsiteY1" fmla="*/ 0 h 1267785"/>
              <a:gd name="connsiteX2" fmla="*/ 138700 w 2279742"/>
              <a:gd name="connsiteY2" fmla="*/ 1078193 h 1267785"/>
              <a:gd name="connsiteX3" fmla="*/ 2002733 w 2279742"/>
              <a:gd name="connsiteY3" fmla="*/ 0 h 1267785"/>
              <a:gd name="connsiteX4" fmla="*/ 2279742 w 2279742"/>
              <a:gd name="connsiteY4" fmla="*/ 0 h 1267785"/>
              <a:gd name="connsiteX5" fmla="*/ 104026 w 2279742"/>
              <a:gd name="connsiteY5" fmla="*/ 1258503 h 1267785"/>
              <a:gd name="connsiteX6" fmla="*/ 69351 w 2279742"/>
              <a:gd name="connsiteY6" fmla="*/ 1267785 h 1267785"/>
              <a:gd name="connsiteX7" fmla="*/ 0 w 2279742"/>
              <a:gd name="connsiteY7" fmla="*/ 1198436 h 1267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79742" h="1267785">
                <a:moveTo>
                  <a:pt x="0" y="0"/>
                </a:moveTo>
                <a:lnTo>
                  <a:pt x="138700" y="0"/>
                </a:lnTo>
                <a:lnTo>
                  <a:pt x="138700" y="1078193"/>
                </a:lnTo>
                <a:lnTo>
                  <a:pt x="2002733" y="0"/>
                </a:lnTo>
                <a:lnTo>
                  <a:pt x="2279742" y="0"/>
                </a:lnTo>
                <a:lnTo>
                  <a:pt x="104026" y="1258503"/>
                </a:lnTo>
                <a:cubicBezTo>
                  <a:pt x="93484" y="1264595"/>
                  <a:pt x="81523" y="1267796"/>
                  <a:pt x="69351" y="1267785"/>
                </a:cubicBezTo>
                <a:cubicBezTo>
                  <a:pt x="31049" y="1267785"/>
                  <a:pt x="0" y="1236737"/>
                  <a:pt x="0" y="1198436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EA804283-B929-4503-802F-4585376E2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6521" y="1"/>
            <a:ext cx="851299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AD3811F5-514E-49A4-B382-673ED228A4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76783" y="514898"/>
            <a:ext cx="1795013" cy="2328423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067AD921-1CEE-4C1B-9AA3-C66D908DD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49740"/>
            <a:ext cx="889838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0" name="Arc 59">
            <a:extLst>
              <a:ext uri="{FF2B5EF4-FFF2-40B4-BE49-F238E27FC236}">
                <a16:creationId xmlns:a16="http://schemas.microsoft.com/office/drawing/2014/main" id="{C36A08F5-3B56-47C5-A371-9187BE56E1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644333" y="4713856"/>
            <a:ext cx="4083433" cy="3062575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5C6E0F-17E7-3865-9D37-C64261729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US" sz="2400" b="1">
                <a:solidFill>
                  <a:srgbClr val="FFFFFF"/>
                </a:solidFill>
                <a:ea typeface="Calibri"/>
                <a:cs typeface="Calibri"/>
              </a:rPr>
              <a:t>INTRODUCTION</a:t>
            </a:r>
            <a:endParaRPr lang="en-US" sz="2400" b="1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7F9A542A-4854-9070-49A7-D4D0CBD231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5481" y="591344"/>
            <a:ext cx="5262352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700" dirty="0">
                <a:ea typeface="Calibri"/>
                <a:cs typeface="Calibri"/>
              </a:rPr>
              <a:t>Data types tell a program what kind of information it can store and use.</a:t>
            </a:r>
            <a:br>
              <a:rPr lang="en-US" sz="2700" dirty="0">
                <a:ea typeface="Calibri"/>
                <a:cs typeface="Calibri"/>
              </a:rPr>
            </a:br>
            <a:r>
              <a:rPr lang="en-US" sz="2700" dirty="0">
                <a:ea typeface="Calibri"/>
                <a:cs typeface="Calibri"/>
              </a:rPr>
              <a:t>Most languages have basic types like numbers, text, and </a:t>
            </a:r>
            <a:r>
              <a:rPr lang="en-US" sz="2700" dirty="0" err="1">
                <a:ea typeface="Calibri"/>
                <a:cs typeface="Calibri"/>
              </a:rPr>
              <a:t>boolean</a:t>
            </a:r>
            <a:r>
              <a:rPr lang="en-US" sz="2700" dirty="0">
                <a:ea typeface="Calibri"/>
                <a:cs typeface="Calibri"/>
              </a:rPr>
              <a:t>.</a:t>
            </a:r>
          </a:p>
          <a:p>
            <a:pPr>
              <a:lnSpc>
                <a:spcPct val="90000"/>
              </a:lnSpc>
            </a:pPr>
            <a:r>
              <a:rPr lang="en-US" sz="2700" dirty="0">
                <a:ea typeface="Calibri"/>
                <a:cs typeface="Calibri"/>
              </a:rPr>
              <a:t>Python is easier because it decides the data type automatically while the program runs.</a:t>
            </a:r>
            <a:br>
              <a:rPr lang="en-US" sz="2700" dirty="0">
                <a:ea typeface="Calibri"/>
                <a:cs typeface="Calibri"/>
              </a:rPr>
            </a:br>
            <a:r>
              <a:rPr lang="en-US" sz="2700" dirty="0">
                <a:ea typeface="Calibri"/>
                <a:cs typeface="Calibri"/>
              </a:rPr>
              <a:t>But languages like C, C++, and Java are strict and require you to declare the data type before using a variable.</a:t>
            </a:r>
            <a:endParaRPr lang="en-US" sz="2700" dirty="0"/>
          </a:p>
        </p:txBody>
      </p:sp>
    </p:spTree>
    <p:extLst>
      <p:ext uri="{BB962C8B-B14F-4D97-AF65-F5344CB8AC3E}">
        <p14:creationId xmlns:p14="http://schemas.microsoft.com/office/powerpoint/2010/main" val="38725351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81875E-8317-50EE-A0AB-7658742C3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US" sz="4700" b="1">
                <a:ea typeface="+mj-lt"/>
                <a:cs typeface="+mj-lt"/>
              </a:rPr>
              <a:t>Python’s Data Types Differ In Terms Of:</a:t>
            </a:r>
            <a:endParaRPr lang="en-US" sz="4700" b="1">
              <a:ea typeface="Calibri"/>
              <a:cs typeface="Calibri"/>
            </a:endParaRPr>
          </a:p>
        </p:txBody>
      </p:sp>
      <p:sp>
        <p:nvSpPr>
          <p:cNvPr id="7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sX0" fmla="*/ 0 w 5410200"/>
              <a:gd name="csY0" fmla="*/ 0 h 13716"/>
              <a:gd name="csX1" fmla="*/ 568071 w 5410200"/>
              <a:gd name="csY1" fmla="*/ 0 h 13716"/>
              <a:gd name="csX2" fmla="*/ 1298448 w 5410200"/>
              <a:gd name="csY2" fmla="*/ 0 h 13716"/>
              <a:gd name="csX3" fmla="*/ 1920621 w 5410200"/>
              <a:gd name="csY3" fmla="*/ 0 h 13716"/>
              <a:gd name="csX4" fmla="*/ 2488692 w 5410200"/>
              <a:gd name="csY4" fmla="*/ 0 h 13716"/>
              <a:gd name="csX5" fmla="*/ 3219069 w 5410200"/>
              <a:gd name="csY5" fmla="*/ 0 h 13716"/>
              <a:gd name="csX6" fmla="*/ 3895344 w 5410200"/>
              <a:gd name="csY6" fmla="*/ 0 h 13716"/>
              <a:gd name="csX7" fmla="*/ 4571619 w 5410200"/>
              <a:gd name="csY7" fmla="*/ 0 h 13716"/>
              <a:gd name="csX8" fmla="*/ 5410200 w 5410200"/>
              <a:gd name="csY8" fmla="*/ 0 h 13716"/>
              <a:gd name="csX9" fmla="*/ 5410200 w 5410200"/>
              <a:gd name="csY9" fmla="*/ 13716 h 13716"/>
              <a:gd name="csX10" fmla="*/ 4842129 w 5410200"/>
              <a:gd name="csY10" fmla="*/ 13716 h 13716"/>
              <a:gd name="csX11" fmla="*/ 4328160 w 5410200"/>
              <a:gd name="csY11" fmla="*/ 13716 h 13716"/>
              <a:gd name="csX12" fmla="*/ 3597783 w 5410200"/>
              <a:gd name="csY12" fmla="*/ 13716 h 13716"/>
              <a:gd name="csX13" fmla="*/ 3029712 w 5410200"/>
              <a:gd name="csY13" fmla="*/ 13716 h 13716"/>
              <a:gd name="csX14" fmla="*/ 2299335 w 5410200"/>
              <a:gd name="csY14" fmla="*/ 13716 h 13716"/>
              <a:gd name="csX15" fmla="*/ 1514856 w 5410200"/>
              <a:gd name="csY15" fmla="*/ 13716 h 13716"/>
              <a:gd name="csX16" fmla="*/ 892683 w 5410200"/>
              <a:gd name="csY16" fmla="*/ 13716 h 13716"/>
              <a:gd name="csX17" fmla="*/ 0 w 5410200"/>
              <a:gd name="csY17" fmla="*/ 13716 h 13716"/>
              <a:gd name="csX18" fmla="*/ 0 w 5410200"/>
              <a:gd name="csY18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FEAAA1F6-D6D9-9D6D-B819-468494F73A1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27991715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212906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3AD318CC-E2A8-4E27-9548-A047A7899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3798" y="1463040"/>
            <a:ext cx="2847230" cy="2690949"/>
          </a:xfrm>
        </p:spPr>
        <p:txBody>
          <a:bodyPr anchor="t">
            <a:normAutofit/>
          </a:bodyPr>
          <a:lstStyle/>
          <a:p>
            <a:r>
              <a:rPr lang="en-US" sz="4200" b="1"/>
              <a:t>Typing System (Dynamic vs Static)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B14B560F-9DD7-4302-A60B-EBD3EF59B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7250" y="4415246"/>
            <a:ext cx="8986749" cy="2087795"/>
            <a:chOff x="143163" y="5763486"/>
            <a:chExt cx="11982332" cy="739555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A9A4357-BD1D-4622-A4FE-766E6AB8DE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357444" y="5763486"/>
              <a:ext cx="11768051" cy="73955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C21D6966-343E-49AC-A026-D2497E0C3C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43163" y="5763486"/>
              <a:ext cx="1" cy="73955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50279" y="587829"/>
            <a:ext cx="4878975" cy="56823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42163" y="1463039"/>
            <a:ext cx="4416809" cy="615308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 b="1" dirty="0">
                <a:ea typeface="+mn-lt"/>
                <a:cs typeface="+mn-lt"/>
              </a:rPr>
              <a:t>Python uses dynamic typing</a:t>
            </a:r>
            <a:r>
              <a:rPr lang="en-US" sz="2800" dirty="0">
                <a:ea typeface="+mn-lt"/>
                <a:cs typeface="+mn-lt"/>
              </a:rPr>
              <a:t>, which means you don’t have to tell the computer the data type. It decides automatically.</a:t>
            </a:r>
            <a:endParaRPr lang="en-US" sz="2800" dirty="0">
              <a:ea typeface="Calibri"/>
              <a:cs typeface="Calibri"/>
            </a:endParaRPr>
          </a:p>
          <a:p>
            <a:r>
              <a:rPr lang="en-US" sz="2800" b="1" dirty="0">
                <a:ea typeface="+mn-lt"/>
                <a:cs typeface="+mn-lt"/>
              </a:rPr>
              <a:t>Languages like C/Java use static typing</a:t>
            </a:r>
            <a:r>
              <a:rPr lang="en-US" sz="2800" dirty="0">
                <a:ea typeface="+mn-lt"/>
                <a:cs typeface="+mn-lt"/>
              </a:rPr>
              <a:t>, where you must write the data type before using a variable.</a:t>
            </a:r>
            <a:endParaRPr lang="en-US" sz="2800" dirty="0">
              <a:ea typeface="Calibri"/>
              <a:cs typeface="Calibri"/>
            </a:endParaRPr>
          </a:p>
          <a:p>
            <a:endParaRPr lang="en-US" sz="190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500" b="1">
                <a:solidFill>
                  <a:srgbClr val="FFFFFF"/>
                </a:solidFill>
              </a:rPr>
              <a:t>Built-in Data Structures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B957726-9D6C-D174-D3FA-FC8C836515A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90583773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723" y="809898"/>
            <a:ext cx="7629757" cy="1554480"/>
          </a:xfrm>
        </p:spPr>
        <p:txBody>
          <a:bodyPr anchor="ctr">
            <a:normAutofit/>
          </a:bodyPr>
          <a:lstStyle/>
          <a:p>
            <a:r>
              <a:rPr lang="en-US" sz="4200" b="1"/>
              <a:t>Memory Management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8" name="Content Placeholder 2">
            <a:extLst>
              <a:ext uri="{FF2B5EF4-FFF2-40B4-BE49-F238E27FC236}">
                <a16:creationId xmlns:a16="http://schemas.microsoft.com/office/drawing/2014/main" id="{8CEECD8F-9520-8142-A277-5303BE0744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80307863"/>
              </p:ext>
            </p:extLst>
          </p:nvPr>
        </p:nvGraphicFramePr>
        <p:xfrm>
          <a:off x="678451" y="3017519"/>
          <a:ext cx="778383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723" y="809898"/>
            <a:ext cx="7457037" cy="1554480"/>
          </a:xfrm>
        </p:spPr>
        <p:txBody>
          <a:bodyPr anchor="ctr">
            <a:normAutofit/>
          </a:bodyPr>
          <a:lstStyle/>
          <a:p>
            <a:r>
              <a:rPr lang="en-US" sz="4200" b="1"/>
              <a:t>Mutability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3771" y="3017522"/>
            <a:ext cx="7455989" cy="312465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800" dirty="0">
                <a:ea typeface="+mn-lt"/>
                <a:cs typeface="+mn-lt"/>
              </a:rPr>
              <a:t>Python clearly separates </a:t>
            </a:r>
            <a:r>
              <a:rPr lang="en-US" sz="2800" b="1" dirty="0">
                <a:ea typeface="+mn-lt"/>
                <a:cs typeface="+mn-lt"/>
              </a:rPr>
              <a:t>mutable types</a:t>
            </a:r>
            <a:r>
              <a:rPr lang="en-US" sz="2800" dirty="0">
                <a:ea typeface="+mn-lt"/>
                <a:cs typeface="+mn-lt"/>
              </a:rPr>
              <a:t> (can change, like lists) and </a:t>
            </a:r>
            <a:r>
              <a:rPr lang="en-US" sz="2800" b="1" dirty="0">
                <a:ea typeface="+mn-lt"/>
                <a:cs typeface="+mn-lt"/>
              </a:rPr>
              <a:t>immutable types</a:t>
            </a:r>
            <a:r>
              <a:rPr lang="en-US" sz="2800" dirty="0">
                <a:ea typeface="+mn-lt"/>
                <a:cs typeface="+mn-lt"/>
              </a:rPr>
              <a:t> (cannot change, like strings).</a:t>
            </a:r>
            <a:endParaRPr lang="en-US" sz="2800" dirty="0">
              <a:ea typeface="Calibri"/>
              <a:cs typeface="Calibri"/>
            </a:endParaRPr>
          </a:p>
          <a:p>
            <a:r>
              <a:rPr lang="en-US" sz="2800" dirty="0">
                <a:ea typeface="+mn-lt"/>
                <a:cs typeface="+mn-lt"/>
              </a:rPr>
              <a:t>Other languages may not clearly show this difference or use different rules.</a:t>
            </a:r>
            <a:endParaRPr lang="en-US" sz="2800" dirty="0"/>
          </a:p>
          <a:p>
            <a:endParaRPr lang="en-US" sz="2100">
              <a:ea typeface="Calibri"/>
              <a:cs typeface="Calibri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F837543A-6020-4505-A233-C9DB4BF74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4168866" cy="1325563"/>
          </a:xfrm>
        </p:spPr>
        <p:txBody>
          <a:bodyPr>
            <a:normAutofit/>
          </a:bodyPr>
          <a:lstStyle/>
          <a:p>
            <a:r>
              <a:rPr lang="en-US" b="1" dirty="0"/>
              <a:t>Conclusion</a:t>
            </a: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35B16301-FB18-48BA-A6DD-C37CAF6F9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6521" y="1"/>
            <a:ext cx="851299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4168866" cy="4351338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200">
                <a:ea typeface="+mn-lt"/>
                <a:cs typeface="+mn-lt"/>
              </a:rPr>
              <a:t>Python’s data types are easy to use because Python decides the type automatically and provides many built-in structures like lists and dictionaries. Other languages like C, C++, and Java are more strict and require the programmer to define data types and manage memory manually.</a:t>
            </a:r>
            <a:br>
              <a:rPr lang="en-US" sz="2200">
                <a:ea typeface="+mn-lt"/>
                <a:cs typeface="+mn-lt"/>
              </a:rPr>
            </a:br>
            <a:r>
              <a:rPr lang="en-US" sz="2200">
                <a:ea typeface="+mn-lt"/>
                <a:cs typeface="+mn-lt"/>
              </a:rPr>
              <a:t>Overall, Python’s data type system makes programming simpler, faster, and more beginner-friendly.</a:t>
            </a:r>
            <a:endParaRPr lang="en-US" sz="220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C3C0D90E-074A-4F52-9B11-B52BEF4B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2624479"/>
            <a:ext cx="609320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Block Arc 38">
            <a:extLst>
              <a:ext uri="{FF2B5EF4-FFF2-40B4-BE49-F238E27FC236}">
                <a16:creationId xmlns:a16="http://schemas.microsoft.com/office/drawing/2014/main" id="{CABBD4C1-E6F8-46F6-8152-A8A97490B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6385863" y="1516981"/>
            <a:ext cx="2387600" cy="17907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83BA5EF5-1FE9-4BF9-83BB-269BCDDF6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0"/>
            <a:ext cx="1736438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4B3BCACB-5880-460B-9606-8C433A9AF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79347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88853921-7BC9-4BDE-ACAB-133C683C8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54162" y="4112081"/>
            <a:ext cx="889838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3" name="Arc 42">
            <a:extLst>
              <a:ext uri="{FF2B5EF4-FFF2-40B4-BE49-F238E27FC236}">
                <a16:creationId xmlns:a16="http://schemas.microsoft.com/office/drawing/2014/main" id="{09192968-3AE7-4470-A61C-97294BB92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4565205" y="4145122"/>
            <a:ext cx="3062574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3AB72E55-43E4-4356-BFE8-E2102CB0B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4962670"/>
            <a:ext cx="1982514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Comparison of Python Data Types with Other Programming Languages</vt:lpstr>
      <vt:lpstr>INTRODUCTION</vt:lpstr>
      <vt:lpstr>Python’s Data Types Differ In Terms Of:</vt:lpstr>
      <vt:lpstr>Typing System (Dynamic vs Static)</vt:lpstr>
      <vt:lpstr>Built-in Data Structures</vt:lpstr>
      <vt:lpstr>Memory Management</vt:lpstr>
      <vt:lpstr>Mutability Rules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113</cp:revision>
  <dcterms:created xsi:type="dcterms:W3CDTF">2013-01-27T09:14:16Z</dcterms:created>
  <dcterms:modified xsi:type="dcterms:W3CDTF">2025-11-20T15:53:29Z</dcterms:modified>
  <cp:category/>
</cp:coreProperties>
</file>